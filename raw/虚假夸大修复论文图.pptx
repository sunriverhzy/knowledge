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6E84"/>
    <a:srgbClr val="4EA72E"/>
    <a:srgbClr val="C5B18B"/>
    <a:srgbClr val="156082"/>
    <a:srgbClr val="F6D0CD"/>
    <a:srgbClr val="FBF4B1"/>
    <a:srgbClr val="D7E9D5"/>
    <a:srgbClr val="F5D0CD"/>
    <a:srgbClr val="FBF4B0"/>
    <a:srgbClr val="D6E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2"/>
    <p:restoredTop sz="94719"/>
  </p:normalViewPr>
  <p:slideViewPr>
    <p:cSldViewPr snapToGrid="0">
      <p:cViewPr>
        <p:scale>
          <a:sx n="101" d="100"/>
          <a:sy n="101" d="100"/>
        </p:scale>
        <p:origin x="1632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10CC2-35B9-D44D-8BE9-08DC16C1FA8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E4928-3DD9-0845-83F5-B690CC203D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219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E4928-3DD9-0845-83F5-B690CC203DD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079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7F51D-0E49-60AB-1D55-502067B16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7F141D-25A9-6C15-B3BC-749A0C111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AC9F8-8052-7690-EF28-24593F42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63CF1-11DF-B755-75A2-3AB48C4E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3FDCCC-CB8B-269C-3744-1EA5B0DB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86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4B3AD-5E40-B394-60A2-D01B9B28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41615-1532-19B8-99B8-AC2273A1E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829E67-2FB1-9272-7CD2-6DE9FBD5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F953D-15AF-7EED-2F1E-89A329F3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D1C5B-4E27-3E9A-A6A8-95CB39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62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5D9A2-8D40-C37D-062B-A9BE58F8B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A62115-B944-C312-766C-FDA7EEEE4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5315D7-8ED0-9877-D21E-F6A582BC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65B437-843D-54D5-2776-EF812EB4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AFB5FD-89E6-713F-3902-8811343B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054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6A353-B71E-D7B1-1B40-E7173906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A6A99-2B75-2EFB-27B3-CDD3B89F2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1875A1-6549-8ADE-8986-06F6E1DBC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24362-C116-AB42-265E-F814BA72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39B6B6-783A-C381-3600-010D02026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AD7BD6-C3F0-9137-289A-C37427A9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549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36242-1D2C-6424-4BC5-0E78CCBA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72793-3088-4DF4-27C7-4D32CE974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B11AFA-A66F-F7B4-A449-25CAA1FDB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D048D2-2378-D92F-179D-B3BC28849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F3443C-6BF4-7EFD-8653-E81A727C3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8B1D5F-B176-3643-3EFB-CD837253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0F8EE4-D0B9-5E4D-96BD-695C0AB7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BA4B3B-D675-FF8C-5259-0CB6021C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9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29040-CBC5-6CC5-FFD6-53209712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00DEB5-7070-54F3-F9E4-8BAB5050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8A3766-06C2-DEA2-B9C6-757C3D76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3F5649-B66F-3EAF-0A33-E9408634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28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C2B3DC-43A1-48B2-A8BB-255DBC9E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AD01FE-577C-67B5-7156-C953B30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F4B69-6A91-4535-2BAE-BFF13A01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48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D463B-3122-66F0-6144-EF101963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20B780-DCC6-5E17-210C-0A5095B89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7CC039-38AB-1291-B962-2965679DE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CCA6EE-9390-4C91-132D-21B8B4CB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2F5179-1FB4-7B13-BF67-59F82E5B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4D8AAE-A20A-DFF1-E1C2-447183B4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0193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BE508-30EE-6BED-51E3-D6819C59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AED2E9-DE7A-9EAF-7E35-9B962D31A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827A0B-D45D-B775-85A8-51DC137EB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755C72-7368-AAD7-783C-3F8637D5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D15072-7D4B-5856-0613-8DDCCD61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259323-B3A4-A867-3D78-16E9B868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035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AC2290-D5D4-C716-E7B1-34032F46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ABB2F8-6771-0AA2-01AF-44D99CE54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2D5A7-73BB-842A-F411-B9B71BF2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4C2F00-F748-D538-7510-EE4229BD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8B8370-B3EC-70F5-98F3-F848047D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77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9BC2FE-F495-4FBA-EAF4-89F4A2978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6AEE0A-2CFB-E879-029A-50E09CDCE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B3A22-6FCC-3CF0-1EA9-96BDD9269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E248-651E-7876-A37B-EC7DD4AF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F57903-CE27-27AA-3F81-BFDE55E1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20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D51F4A-67FC-3E52-DB4F-8388D2F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8A5809-29BC-FA97-8FAB-E6AFD16D4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C0ADA-9973-0575-FB6D-19423810C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F4A84-F7A0-C94F-9FEB-E11EDCCC3E1D}" type="datetimeFigureOut">
              <a:rPr kumimoji="1" lang="zh-CN" altLang="en-US" smtClean="0"/>
              <a:t>2026/1/16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037C49-C5CA-C06A-3A91-1102BF374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C86601-A1ED-5244-148E-FC125147F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98F36-C46A-2445-9AAE-935EC5A74D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719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2" name="直线箭头连接符 1251">
            <a:extLst>
              <a:ext uri="{FF2B5EF4-FFF2-40B4-BE49-F238E27FC236}">
                <a16:creationId xmlns:a16="http://schemas.microsoft.com/office/drawing/2014/main" id="{EB651BDF-79E8-11F7-EFBB-5B6DB9971729}"/>
              </a:ext>
            </a:extLst>
          </p:cNvPr>
          <p:cNvCxnSpPr>
            <a:cxnSpLocks/>
          </p:cNvCxnSpPr>
          <p:nvPr/>
        </p:nvCxnSpPr>
        <p:spPr>
          <a:xfrm flipV="1">
            <a:off x="6368112" y="1132453"/>
            <a:ext cx="0" cy="19684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直线箭头连接符 1250">
            <a:extLst>
              <a:ext uri="{FF2B5EF4-FFF2-40B4-BE49-F238E27FC236}">
                <a16:creationId xmlns:a16="http://schemas.microsoft.com/office/drawing/2014/main" id="{64063126-C9F0-4FB1-94ED-7690EEB6E839}"/>
              </a:ext>
            </a:extLst>
          </p:cNvPr>
          <p:cNvCxnSpPr>
            <a:cxnSpLocks/>
          </p:cNvCxnSpPr>
          <p:nvPr/>
        </p:nvCxnSpPr>
        <p:spPr>
          <a:xfrm>
            <a:off x="5994402" y="1805686"/>
            <a:ext cx="159166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直线箭头连接符 1247">
            <a:extLst>
              <a:ext uri="{FF2B5EF4-FFF2-40B4-BE49-F238E27FC236}">
                <a16:creationId xmlns:a16="http://schemas.microsoft.com/office/drawing/2014/main" id="{603C0EA6-A32D-32B4-D19D-BFC358BB85C7}"/>
              </a:ext>
            </a:extLst>
          </p:cNvPr>
          <p:cNvCxnSpPr>
            <a:cxnSpLocks/>
          </p:cNvCxnSpPr>
          <p:nvPr/>
        </p:nvCxnSpPr>
        <p:spPr>
          <a:xfrm>
            <a:off x="3296441" y="1814610"/>
            <a:ext cx="159166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75FA2FB8-0DF7-F1FD-DA68-0FD45A29E01D}"/>
              </a:ext>
            </a:extLst>
          </p:cNvPr>
          <p:cNvSpPr/>
          <p:nvPr/>
        </p:nvSpPr>
        <p:spPr>
          <a:xfrm>
            <a:off x="2332180" y="2327564"/>
            <a:ext cx="4392000" cy="2280280"/>
          </a:xfrm>
          <a:prstGeom prst="roundRect">
            <a:avLst>
              <a:gd name="adj" fmla="val 3437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47" name="圆角矩形 1246">
            <a:extLst>
              <a:ext uri="{FF2B5EF4-FFF2-40B4-BE49-F238E27FC236}">
                <a16:creationId xmlns:a16="http://schemas.microsoft.com/office/drawing/2014/main" id="{E13836DB-E795-AB17-C2F0-048B4F58C4B3}"/>
              </a:ext>
            </a:extLst>
          </p:cNvPr>
          <p:cNvSpPr/>
          <p:nvPr/>
        </p:nvSpPr>
        <p:spPr>
          <a:xfrm>
            <a:off x="2366764" y="2367634"/>
            <a:ext cx="4324812" cy="1401544"/>
          </a:xfrm>
          <a:prstGeom prst="roundRect">
            <a:avLst>
              <a:gd name="adj" fmla="val 5184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239" name="直线箭头连接符 1238">
            <a:extLst>
              <a:ext uri="{FF2B5EF4-FFF2-40B4-BE49-F238E27FC236}">
                <a16:creationId xmlns:a16="http://schemas.microsoft.com/office/drawing/2014/main" id="{B51B084D-1CFD-2F16-E41E-DBBA535E7466}"/>
              </a:ext>
            </a:extLst>
          </p:cNvPr>
          <p:cNvCxnSpPr>
            <a:cxnSpLocks/>
          </p:cNvCxnSpPr>
          <p:nvPr/>
        </p:nvCxnSpPr>
        <p:spPr>
          <a:xfrm>
            <a:off x="5710209" y="4182287"/>
            <a:ext cx="475454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直线箭头连接符 1225">
            <a:extLst>
              <a:ext uri="{FF2B5EF4-FFF2-40B4-BE49-F238E27FC236}">
                <a16:creationId xmlns:a16="http://schemas.microsoft.com/office/drawing/2014/main" id="{1264881D-A6B9-F109-C8A6-DDD1DC3670F7}"/>
              </a:ext>
            </a:extLst>
          </p:cNvPr>
          <p:cNvCxnSpPr>
            <a:cxnSpLocks/>
          </p:cNvCxnSpPr>
          <p:nvPr/>
        </p:nvCxnSpPr>
        <p:spPr>
          <a:xfrm>
            <a:off x="4915693" y="4175661"/>
            <a:ext cx="356400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肘形连接符 1214">
            <a:extLst>
              <a:ext uri="{FF2B5EF4-FFF2-40B4-BE49-F238E27FC236}">
                <a16:creationId xmlns:a16="http://schemas.microsoft.com/office/drawing/2014/main" id="{7F13042A-98C1-C05D-9A9A-3630D3DC6522}"/>
              </a:ext>
            </a:extLst>
          </p:cNvPr>
          <p:cNvCxnSpPr>
            <a:cxnSpLocks/>
            <a:endCxn id="1187" idx="1"/>
          </p:cNvCxnSpPr>
          <p:nvPr/>
        </p:nvCxnSpPr>
        <p:spPr>
          <a:xfrm flipV="1">
            <a:off x="4352701" y="3913408"/>
            <a:ext cx="344025" cy="270513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肘形连接符 1217">
            <a:extLst>
              <a:ext uri="{FF2B5EF4-FFF2-40B4-BE49-F238E27FC236}">
                <a16:creationId xmlns:a16="http://schemas.microsoft.com/office/drawing/2014/main" id="{12AE217B-0EBB-05BF-A0E4-694C2696ED77}"/>
              </a:ext>
            </a:extLst>
          </p:cNvPr>
          <p:cNvCxnSpPr>
            <a:cxnSpLocks/>
            <a:endCxn id="1189" idx="1"/>
          </p:cNvCxnSpPr>
          <p:nvPr/>
        </p:nvCxnSpPr>
        <p:spPr>
          <a:xfrm>
            <a:off x="4352701" y="4183921"/>
            <a:ext cx="347535" cy="25963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直线箭头连接符 1220">
            <a:extLst>
              <a:ext uri="{FF2B5EF4-FFF2-40B4-BE49-F238E27FC236}">
                <a16:creationId xmlns:a16="http://schemas.microsoft.com/office/drawing/2014/main" id="{82B3E7EE-5059-916E-9EF1-28E609E9225D}"/>
              </a:ext>
            </a:extLst>
          </p:cNvPr>
          <p:cNvCxnSpPr>
            <a:cxnSpLocks/>
          </p:cNvCxnSpPr>
          <p:nvPr/>
        </p:nvCxnSpPr>
        <p:spPr>
          <a:xfrm>
            <a:off x="4476432" y="4183509"/>
            <a:ext cx="253685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F1AEAA8C-FE22-AD54-EE52-56B6FE0F7791}"/>
              </a:ext>
            </a:extLst>
          </p:cNvPr>
          <p:cNvCxnSpPr>
            <a:cxnSpLocks/>
          </p:cNvCxnSpPr>
          <p:nvPr/>
        </p:nvCxnSpPr>
        <p:spPr>
          <a:xfrm>
            <a:off x="4610335" y="1810236"/>
            <a:ext cx="159166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BAE7F93D-38E1-A00C-5BDB-44BEE152784F}"/>
              </a:ext>
            </a:extLst>
          </p:cNvPr>
          <p:cNvCxnSpPr>
            <a:cxnSpLocks/>
          </p:cNvCxnSpPr>
          <p:nvPr/>
        </p:nvCxnSpPr>
        <p:spPr>
          <a:xfrm flipH="1">
            <a:off x="5103631" y="1042637"/>
            <a:ext cx="330497" cy="0"/>
          </a:xfrm>
          <a:prstGeom prst="straightConnector1">
            <a:avLst/>
          </a:prstGeom>
          <a:ln w="12700">
            <a:solidFill>
              <a:srgbClr val="C5B18B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84C465BC-5EEE-65FF-B384-EDC725B78C04}"/>
              </a:ext>
            </a:extLst>
          </p:cNvPr>
          <p:cNvCxnSpPr>
            <a:cxnSpLocks/>
          </p:cNvCxnSpPr>
          <p:nvPr/>
        </p:nvCxnSpPr>
        <p:spPr>
          <a:xfrm>
            <a:off x="5159579" y="3111654"/>
            <a:ext cx="186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554FA75D-AB86-B39F-7630-6EFCA405448B}"/>
              </a:ext>
            </a:extLst>
          </p:cNvPr>
          <p:cNvSpPr/>
          <p:nvPr/>
        </p:nvSpPr>
        <p:spPr>
          <a:xfrm>
            <a:off x="5366547" y="2363039"/>
            <a:ext cx="1269830" cy="1350000"/>
          </a:xfrm>
          <a:prstGeom prst="roundRect">
            <a:avLst>
              <a:gd name="adj" fmla="val 514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3D7CDE8B-BB98-3130-EEB7-E8C653061CFE}"/>
              </a:ext>
            </a:extLst>
          </p:cNvPr>
          <p:cNvSpPr/>
          <p:nvPr/>
        </p:nvSpPr>
        <p:spPr>
          <a:xfrm>
            <a:off x="3698427" y="2363209"/>
            <a:ext cx="654274" cy="1091039"/>
          </a:xfrm>
          <a:prstGeom prst="roundRect">
            <a:avLst>
              <a:gd name="adj" fmla="val 851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C5172074-9A01-2391-A78B-65C1E48FFC57}"/>
              </a:ext>
            </a:extLst>
          </p:cNvPr>
          <p:cNvSpPr/>
          <p:nvPr/>
        </p:nvSpPr>
        <p:spPr>
          <a:xfrm>
            <a:off x="2901988" y="2363209"/>
            <a:ext cx="682413" cy="1091039"/>
          </a:xfrm>
          <a:prstGeom prst="roundRect">
            <a:avLst>
              <a:gd name="adj" fmla="val 851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289474AB-5B8E-EF9E-2569-F91B310CE30D}"/>
              </a:ext>
            </a:extLst>
          </p:cNvPr>
          <p:cNvSpPr/>
          <p:nvPr/>
        </p:nvSpPr>
        <p:spPr>
          <a:xfrm>
            <a:off x="2961883" y="2389601"/>
            <a:ext cx="559809" cy="393692"/>
          </a:xfrm>
          <a:prstGeom prst="roundRect">
            <a:avLst>
              <a:gd name="adj" fmla="val 8515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3BCAAA5-C3C1-2A7F-1209-B59C7094E671}"/>
              </a:ext>
            </a:extLst>
          </p:cNvPr>
          <p:cNvSpPr/>
          <p:nvPr/>
        </p:nvSpPr>
        <p:spPr>
          <a:xfrm>
            <a:off x="2334835" y="864242"/>
            <a:ext cx="4389345" cy="1383854"/>
          </a:xfrm>
          <a:prstGeom prst="roundRect">
            <a:avLst>
              <a:gd name="adj" fmla="val 576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ED169DA-EEB7-4F3E-9E56-D2440FEC41B6}"/>
              </a:ext>
            </a:extLst>
          </p:cNvPr>
          <p:cNvSpPr/>
          <p:nvPr/>
        </p:nvSpPr>
        <p:spPr>
          <a:xfrm>
            <a:off x="716164" y="3232726"/>
            <a:ext cx="1417435" cy="1351175"/>
          </a:xfrm>
          <a:prstGeom prst="roundRect">
            <a:avLst>
              <a:gd name="adj" fmla="val 564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A1DA9E8-0404-7EE0-6630-AD578D7180F9}"/>
              </a:ext>
            </a:extLst>
          </p:cNvPr>
          <p:cNvSpPr/>
          <p:nvPr/>
        </p:nvSpPr>
        <p:spPr>
          <a:xfrm>
            <a:off x="716164" y="1377006"/>
            <a:ext cx="1417436" cy="1724099"/>
          </a:xfrm>
          <a:prstGeom prst="roundRect">
            <a:avLst>
              <a:gd name="adj" fmla="val 624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5F57139-44A0-B852-8EDF-D106DE6FDC53}"/>
              </a:ext>
            </a:extLst>
          </p:cNvPr>
          <p:cNvGrpSpPr/>
          <p:nvPr/>
        </p:nvGrpSpPr>
        <p:grpSpPr>
          <a:xfrm>
            <a:off x="718394" y="831216"/>
            <a:ext cx="1558440" cy="573805"/>
            <a:chOff x="665018" y="1145308"/>
            <a:chExt cx="1558440" cy="573805"/>
          </a:xfrm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167A2304-4A3C-7346-0DFF-00BF716252AB}"/>
                </a:ext>
              </a:extLst>
            </p:cNvPr>
            <p:cNvSpPr/>
            <p:nvPr/>
          </p:nvSpPr>
          <p:spPr>
            <a:xfrm>
              <a:off x="665018" y="1145308"/>
              <a:ext cx="1468582" cy="573805"/>
            </a:xfrm>
            <a:prstGeom prst="roundRect">
              <a:avLst>
                <a:gd name="adj" fmla="val 9749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95651B-5D4E-1708-517B-084081E3A626}"/>
                </a:ext>
              </a:extLst>
            </p:cNvPr>
            <p:cNvSpPr txBox="1"/>
            <p:nvPr/>
          </p:nvSpPr>
          <p:spPr>
            <a:xfrm>
              <a:off x="665018" y="1230926"/>
              <a:ext cx="15584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latin typeface="Cavolini" panose="03000502040302020204" pitchFamily="66" charset="0"/>
                  <a:cs typeface="Cavolini" panose="03000502040302020204" pitchFamily="66" charset="0"/>
                </a:rPr>
                <a:t>Our Method </a:t>
              </a:r>
              <a:endParaRPr kumimoji="1" lang="zh-CN" altLang="en-US" sz="1600" b="1" dirty="0"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88AABE2-6DEE-13F0-6CE0-8740A7EEFE6B}"/>
              </a:ext>
            </a:extLst>
          </p:cNvPr>
          <p:cNvSpPr txBox="1"/>
          <p:nvPr/>
        </p:nvSpPr>
        <p:spPr>
          <a:xfrm>
            <a:off x="3493273" y="1162354"/>
            <a:ext cx="16401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latin typeface="Cavolini" panose="03000502040302020204" pitchFamily="66" charset="0"/>
                <a:cs typeface="Cavolini" panose="03000502040302020204" pitchFamily="66" charset="0"/>
              </a:rPr>
              <a:t>Training-free GRPO</a:t>
            </a:r>
            <a:endParaRPr kumimoji="1" lang="zh-CN" altLang="en-US" sz="11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B9A16DC-ACCD-CE9B-11B5-6EB8555F3271}"/>
              </a:ext>
            </a:extLst>
          </p:cNvPr>
          <p:cNvSpPr txBox="1"/>
          <p:nvPr/>
        </p:nvSpPr>
        <p:spPr>
          <a:xfrm>
            <a:off x="855039" y="1856562"/>
            <a:ext cx="1242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Cases</a:t>
            </a:r>
          </a:p>
          <a:p>
            <a:r>
              <a:rPr kumimoji="1" lang="zh-CN" altLang="en-US" dirty="0"/>
              <a:t>审核细则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5A833C-5DB2-AD2E-A1C9-98FA10736950}"/>
              </a:ext>
            </a:extLst>
          </p:cNvPr>
          <p:cNvSpPr txBox="1"/>
          <p:nvPr/>
        </p:nvSpPr>
        <p:spPr>
          <a:xfrm>
            <a:off x="1339723" y="3298887"/>
            <a:ext cx="783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Cavolini" panose="03000502040302020204" pitchFamily="66" charset="0"/>
                <a:cs typeface="Cavolini" panose="03000502040302020204" pitchFamily="66" charset="0"/>
              </a:rPr>
              <a:t>Video STT</a:t>
            </a:r>
            <a:endParaRPr kumimoji="1" lang="zh-CN" altLang="en-US" sz="1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50B241-2521-49D1-BF12-C18DD105E7A7}"/>
              </a:ext>
            </a:extLst>
          </p:cNvPr>
          <p:cNvSpPr txBox="1"/>
          <p:nvPr/>
        </p:nvSpPr>
        <p:spPr>
          <a:xfrm>
            <a:off x="2299741" y="4233346"/>
            <a:ext cx="1107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Cavolini" panose="03000502040302020204" pitchFamily="66" charset="0"/>
                <a:cs typeface="Cavolini" panose="03000502040302020204" pitchFamily="66" charset="0"/>
              </a:rPr>
              <a:t>Data Generation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ED40F6D-37E3-627F-AB03-B1696779D1A3}"/>
              </a:ext>
            </a:extLst>
          </p:cNvPr>
          <p:cNvGrpSpPr/>
          <p:nvPr/>
        </p:nvGrpSpPr>
        <p:grpSpPr>
          <a:xfrm>
            <a:off x="6841184" y="858072"/>
            <a:ext cx="2219080" cy="3775384"/>
            <a:chOff x="5216765" y="2436151"/>
            <a:chExt cx="2443019" cy="2270826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1CD7342A-FC2B-B1B8-D7B4-1EFE28BA9A8F}"/>
                </a:ext>
              </a:extLst>
            </p:cNvPr>
            <p:cNvSpPr/>
            <p:nvPr/>
          </p:nvSpPr>
          <p:spPr>
            <a:xfrm>
              <a:off x="5216765" y="2443014"/>
              <a:ext cx="2443019" cy="2263963"/>
            </a:xfrm>
            <a:prstGeom prst="roundRect">
              <a:avLst>
                <a:gd name="adj" fmla="val 4754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7D96564-156F-4503-3AD1-3346F40C54A8}"/>
                </a:ext>
              </a:extLst>
            </p:cNvPr>
            <p:cNvSpPr txBox="1"/>
            <p:nvPr/>
          </p:nvSpPr>
          <p:spPr>
            <a:xfrm>
              <a:off x="5982121" y="2436151"/>
              <a:ext cx="921564" cy="222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Cavolini" panose="03000502040302020204" pitchFamily="66" charset="0"/>
                  <a:cs typeface="Cavolini" panose="03000502040302020204" pitchFamily="66" charset="0"/>
                </a:rPr>
                <a:t>Train</a:t>
              </a:r>
              <a:endParaRPr kumimoji="1" lang="zh-CN" altLang="en-US" b="1" dirty="0"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9CE3C32-0105-619D-93B1-622F0C7E93C7}"/>
              </a:ext>
            </a:extLst>
          </p:cNvPr>
          <p:cNvGrpSpPr/>
          <p:nvPr/>
        </p:nvGrpSpPr>
        <p:grpSpPr>
          <a:xfrm>
            <a:off x="9223383" y="858072"/>
            <a:ext cx="1366984" cy="3775384"/>
            <a:chOff x="7768550" y="1145308"/>
            <a:chExt cx="1366984" cy="3398981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6D6D9F9E-7108-19AB-1D02-EA9A55B395C0}"/>
                </a:ext>
              </a:extLst>
            </p:cNvPr>
            <p:cNvSpPr/>
            <p:nvPr/>
          </p:nvSpPr>
          <p:spPr>
            <a:xfrm>
              <a:off x="7768550" y="1145308"/>
              <a:ext cx="1366984" cy="3398981"/>
            </a:xfrm>
            <a:prstGeom prst="roundRect">
              <a:avLst>
                <a:gd name="adj" fmla="val 5695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CF613C5-3320-E227-3A48-2311C09E3139}"/>
                </a:ext>
              </a:extLst>
            </p:cNvPr>
            <p:cNvSpPr txBox="1"/>
            <p:nvPr/>
          </p:nvSpPr>
          <p:spPr>
            <a:xfrm>
              <a:off x="7907028" y="1148312"/>
              <a:ext cx="1151277" cy="332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Cavolini" panose="03000502040302020204" pitchFamily="66" charset="0"/>
                  <a:cs typeface="Cavolini" panose="03000502040302020204" pitchFamily="66" charset="0"/>
                </a:rPr>
                <a:t>Pipeline</a:t>
              </a:r>
              <a:endParaRPr kumimoji="1" lang="zh-CN" altLang="en-US" b="1" dirty="0"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sp>
        <p:nvSpPr>
          <p:cNvPr id="26" name="右箭头 25">
            <a:extLst>
              <a:ext uri="{FF2B5EF4-FFF2-40B4-BE49-F238E27FC236}">
                <a16:creationId xmlns:a16="http://schemas.microsoft.com/office/drawing/2014/main" id="{41DBE2D7-91EC-875F-E8BC-05ECF18169E5}"/>
              </a:ext>
            </a:extLst>
          </p:cNvPr>
          <p:cNvSpPr/>
          <p:nvPr/>
        </p:nvSpPr>
        <p:spPr>
          <a:xfrm>
            <a:off x="3117518" y="156407"/>
            <a:ext cx="563792" cy="498762"/>
          </a:xfrm>
          <a:prstGeom prst="rightArrow">
            <a:avLst>
              <a:gd name="adj1" fmla="val 41667"/>
              <a:gd name="adj2" fmla="val 458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7A5EC5-94C0-C596-3BFD-29A5D41076B8}"/>
              </a:ext>
            </a:extLst>
          </p:cNvPr>
          <p:cNvSpPr txBox="1"/>
          <p:nvPr/>
        </p:nvSpPr>
        <p:spPr>
          <a:xfrm>
            <a:off x="2297788" y="3296214"/>
            <a:ext cx="106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Cavolini" panose="03000502040302020204" pitchFamily="66" charset="0"/>
                <a:cs typeface="Cavolini" panose="03000502040302020204" pitchFamily="66" charset="0"/>
              </a:rPr>
              <a:t>Single Generation</a:t>
            </a:r>
            <a:endParaRPr kumimoji="1" lang="zh-CN" altLang="en-US" sz="10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pic>
        <p:nvPicPr>
          <p:cNvPr id="37" name="图形 36" descr="工作流 纯色填充">
            <a:extLst>
              <a:ext uri="{FF2B5EF4-FFF2-40B4-BE49-F238E27FC236}">
                <a16:creationId xmlns:a16="http://schemas.microsoft.com/office/drawing/2014/main" id="{0CF13520-F7C0-27AF-D98B-9F9396DD2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7376" y="4011254"/>
            <a:ext cx="374818" cy="391088"/>
          </a:xfrm>
          <a:prstGeom prst="rect">
            <a:avLst/>
          </a:prstGeom>
        </p:spPr>
      </p:pic>
      <p:pic>
        <p:nvPicPr>
          <p:cNvPr id="40" name="图形 39" descr="文档 纯色填充">
            <a:extLst>
              <a:ext uri="{FF2B5EF4-FFF2-40B4-BE49-F238E27FC236}">
                <a16:creationId xmlns:a16="http://schemas.microsoft.com/office/drawing/2014/main" id="{FC27C911-CB15-A764-400A-D8EECADBCB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0254" y="3912761"/>
            <a:ext cx="338002" cy="338002"/>
          </a:xfrm>
          <a:prstGeom prst="rect">
            <a:avLst/>
          </a:prstGeom>
        </p:spPr>
      </p:pic>
      <p:pic>
        <p:nvPicPr>
          <p:cNvPr id="2" name="图形 1" descr="文档 纯色填充">
            <a:extLst>
              <a:ext uri="{FF2B5EF4-FFF2-40B4-BE49-F238E27FC236}">
                <a16:creationId xmlns:a16="http://schemas.microsoft.com/office/drawing/2014/main" id="{50CF8501-0DA1-FF7B-98FB-41A0182D6A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66763" y="2723949"/>
            <a:ext cx="306628" cy="306628"/>
          </a:xfrm>
          <a:prstGeom prst="rect">
            <a:avLst/>
          </a:prstGeom>
        </p:spPr>
      </p:pic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A01AA37-6277-3D21-A7AC-03AFA109100D}"/>
              </a:ext>
            </a:extLst>
          </p:cNvPr>
          <p:cNvCxnSpPr>
            <a:cxnSpLocks/>
          </p:cNvCxnSpPr>
          <p:nvPr/>
        </p:nvCxnSpPr>
        <p:spPr>
          <a:xfrm>
            <a:off x="2654131" y="2891369"/>
            <a:ext cx="2155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图形 30" descr="文件夹搜索 纯色填充">
            <a:extLst>
              <a:ext uri="{FF2B5EF4-FFF2-40B4-BE49-F238E27FC236}">
                <a16:creationId xmlns:a16="http://schemas.microsoft.com/office/drawing/2014/main" id="{B54CDB73-CD42-EC7B-6E69-2587D26D16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28349" y="2376418"/>
            <a:ext cx="252951" cy="252951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0D784462-67CE-59C6-E2E6-447CF78E6ABA}"/>
              </a:ext>
            </a:extLst>
          </p:cNvPr>
          <p:cNvSpPr txBox="1"/>
          <p:nvPr/>
        </p:nvSpPr>
        <p:spPr>
          <a:xfrm>
            <a:off x="2925246" y="2560778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Experience</a:t>
            </a:r>
            <a:endParaRPr kumimoji="1"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3DFB9D1A-4AD7-FA8D-D14B-E272963BD866}"/>
              </a:ext>
            </a:extLst>
          </p:cNvPr>
          <p:cNvSpPr/>
          <p:nvPr/>
        </p:nvSpPr>
        <p:spPr>
          <a:xfrm>
            <a:off x="2968617" y="2818197"/>
            <a:ext cx="559809" cy="387734"/>
          </a:xfrm>
          <a:prstGeom prst="roundRect">
            <a:avLst>
              <a:gd name="adj" fmla="val 8515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1" name="图形 40" descr="左右脑 纯色填充">
            <a:extLst>
              <a:ext uri="{FF2B5EF4-FFF2-40B4-BE49-F238E27FC236}">
                <a16:creationId xmlns:a16="http://schemas.microsoft.com/office/drawing/2014/main" id="{E01BAD64-FC31-86CE-7416-FDC216B414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28349" y="2824366"/>
            <a:ext cx="246361" cy="246361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24711580-32B0-B5E9-0D25-306CD611767E}"/>
              </a:ext>
            </a:extLst>
          </p:cNvPr>
          <p:cNvSpPr txBox="1"/>
          <p:nvPr/>
        </p:nvSpPr>
        <p:spPr>
          <a:xfrm>
            <a:off x="3068716" y="3007984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endParaRPr kumimoji="1"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D7A73563-BE94-F45B-43FE-6B1DE2F9E32E}"/>
              </a:ext>
            </a:extLst>
          </p:cNvPr>
          <p:cNvCxnSpPr>
            <a:cxnSpLocks/>
          </p:cNvCxnSpPr>
          <p:nvPr/>
        </p:nvCxnSpPr>
        <p:spPr>
          <a:xfrm flipV="1">
            <a:off x="3575204" y="2891369"/>
            <a:ext cx="149727" cy="2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6017EC8-8CFF-2F45-37AC-5A3DE9B4A73B}"/>
              </a:ext>
            </a:extLst>
          </p:cNvPr>
          <p:cNvSpPr txBox="1"/>
          <p:nvPr/>
        </p:nvSpPr>
        <p:spPr>
          <a:xfrm>
            <a:off x="3615457" y="3211967"/>
            <a:ext cx="965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 dirty="0">
                <a:latin typeface="Calibri" panose="020F0502020204030204" pitchFamily="34" charset="0"/>
                <a:cs typeface="Calibri" panose="020F0502020204030204" pitchFamily="34" charset="0"/>
              </a:rPr>
              <a:t>Format Check</a:t>
            </a:r>
            <a:endParaRPr kumimoji="1" lang="zh-CN" alt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图形 53" descr="机械手 纯色填充">
            <a:extLst>
              <a:ext uri="{FF2B5EF4-FFF2-40B4-BE49-F238E27FC236}">
                <a16:creationId xmlns:a16="http://schemas.microsoft.com/office/drawing/2014/main" id="{49724289-C27C-612E-7A87-7065CBF849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02591" y="71548"/>
            <a:ext cx="583621" cy="583621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11466FF9-A775-D654-796E-1A85593E449E}"/>
              </a:ext>
            </a:extLst>
          </p:cNvPr>
          <p:cNvSpPr txBox="1"/>
          <p:nvPr/>
        </p:nvSpPr>
        <p:spPr>
          <a:xfrm>
            <a:off x="3008947" y="3171456"/>
            <a:ext cx="6239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endParaRPr kumimoji="1"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EEAA08D-E80B-4BB8-B746-8C3BF018A8A0}"/>
              </a:ext>
            </a:extLst>
          </p:cNvPr>
          <p:cNvGrpSpPr/>
          <p:nvPr/>
        </p:nvGrpSpPr>
        <p:grpSpPr>
          <a:xfrm>
            <a:off x="3689516" y="2688711"/>
            <a:ext cx="704569" cy="215444"/>
            <a:chOff x="4417396" y="2761531"/>
            <a:chExt cx="704569" cy="215444"/>
          </a:xfrm>
        </p:grpSpPr>
        <p:sp>
          <p:nvSpPr>
            <p:cNvPr id="58" name="圆角矩形 57">
              <a:extLst>
                <a:ext uri="{FF2B5EF4-FFF2-40B4-BE49-F238E27FC236}">
                  <a16:creationId xmlns:a16="http://schemas.microsoft.com/office/drawing/2014/main" id="{6A50A75A-F2BD-DD9E-87CD-73026C54D36B}"/>
                </a:ext>
              </a:extLst>
            </p:cNvPr>
            <p:cNvSpPr/>
            <p:nvPr/>
          </p:nvSpPr>
          <p:spPr>
            <a:xfrm>
              <a:off x="4469033" y="2783293"/>
              <a:ext cx="559809" cy="180378"/>
            </a:xfrm>
            <a:prstGeom prst="roundRect">
              <a:avLst>
                <a:gd name="adj" fmla="val 8515"/>
              </a:avLst>
            </a:prstGeom>
            <a:solidFill>
              <a:srgbClr val="B0D8FB">
                <a:alpha val="47059"/>
              </a:srgb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17B5964-050F-FCF4-F039-BCE36575C9F7}"/>
                </a:ext>
              </a:extLst>
            </p:cNvPr>
            <p:cNvSpPr txBox="1"/>
            <p:nvPr/>
          </p:nvSpPr>
          <p:spPr>
            <a:xfrm>
              <a:off x="4417396" y="2761531"/>
              <a:ext cx="7045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Json Format</a:t>
              </a:r>
              <a:endParaRPr kumimoji="1" lang="zh-CN" altLang="en-US" sz="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C21CD227-5EC3-10F4-3500-43D68A5D0546}"/>
              </a:ext>
            </a:extLst>
          </p:cNvPr>
          <p:cNvGrpSpPr/>
          <p:nvPr/>
        </p:nvGrpSpPr>
        <p:grpSpPr>
          <a:xfrm>
            <a:off x="3688158" y="2944845"/>
            <a:ext cx="704569" cy="215444"/>
            <a:chOff x="4417396" y="2761531"/>
            <a:chExt cx="704569" cy="215444"/>
          </a:xfrm>
        </p:grpSpPr>
        <p:sp>
          <p:nvSpPr>
            <p:cNvPr id="62" name="圆角矩形 61">
              <a:extLst>
                <a:ext uri="{FF2B5EF4-FFF2-40B4-BE49-F238E27FC236}">
                  <a16:creationId xmlns:a16="http://schemas.microsoft.com/office/drawing/2014/main" id="{B253C366-4549-1679-0D67-0D64731AB06F}"/>
                </a:ext>
              </a:extLst>
            </p:cNvPr>
            <p:cNvSpPr/>
            <p:nvPr/>
          </p:nvSpPr>
          <p:spPr>
            <a:xfrm>
              <a:off x="4469033" y="2783293"/>
              <a:ext cx="559809" cy="180378"/>
            </a:xfrm>
            <a:prstGeom prst="roundRect">
              <a:avLst>
                <a:gd name="adj" fmla="val 8515"/>
              </a:avLst>
            </a:prstGeom>
            <a:solidFill>
              <a:srgbClr val="B0D8FB">
                <a:alpha val="47059"/>
              </a:srgb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699535B-8E6C-0441-406D-D1414F4D6D02}"/>
                </a:ext>
              </a:extLst>
            </p:cNvPr>
            <p:cNvSpPr txBox="1"/>
            <p:nvPr/>
          </p:nvSpPr>
          <p:spPr>
            <a:xfrm>
              <a:off x="4417396" y="2761531"/>
              <a:ext cx="7045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Text Match</a:t>
              </a:r>
              <a:endParaRPr kumimoji="1" lang="zh-CN" altLang="en-US" sz="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50B0E7F-B136-9CA8-B46E-B58344BF646B}"/>
              </a:ext>
            </a:extLst>
          </p:cNvPr>
          <p:cNvCxnSpPr>
            <a:cxnSpLocks/>
          </p:cNvCxnSpPr>
          <p:nvPr/>
        </p:nvCxnSpPr>
        <p:spPr>
          <a:xfrm flipV="1">
            <a:off x="4400857" y="2627610"/>
            <a:ext cx="944779" cy="65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DA4C50B-17ED-F9BF-E748-EB81FEAE5BBD}"/>
              </a:ext>
            </a:extLst>
          </p:cNvPr>
          <p:cNvSpPr txBox="1"/>
          <p:nvPr/>
        </p:nvSpPr>
        <p:spPr>
          <a:xfrm>
            <a:off x="4637631" y="2381389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legal</a:t>
            </a:r>
            <a:endParaRPr kumimoji="1"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上弧形箭头 73">
            <a:extLst>
              <a:ext uri="{FF2B5EF4-FFF2-40B4-BE49-F238E27FC236}">
                <a16:creationId xmlns:a16="http://schemas.microsoft.com/office/drawing/2014/main" id="{36579A52-CEBF-60CA-84CC-A8EDB5E0D1A1}"/>
              </a:ext>
            </a:extLst>
          </p:cNvPr>
          <p:cNvSpPr/>
          <p:nvPr/>
        </p:nvSpPr>
        <p:spPr>
          <a:xfrm flipH="1">
            <a:off x="3224485" y="3474334"/>
            <a:ext cx="654274" cy="236845"/>
          </a:xfrm>
          <a:prstGeom prst="curvedUpArrow">
            <a:avLst>
              <a:gd name="adj1" fmla="val 25000"/>
              <a:gd name="adj2" fmla="val 39628"/>
              <a:gd name="adj3" fmla="val 351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38404A4-6781-5925-E9FC-D2DAD06F8DCC}"/>
              </a:ext>
            </a:extLst>
          </p:cNvPr>
          <p:cNvSpPr txBox="1"/>
          <p:nvPr/>
        </p:nvSpPr>
        <p:spPr>
          <a:xfrm>
            <a:off x="3334042" y="3423108"/>
            <a:ext cx="489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" dirty="0">
                <a:latin typeface="Calibri" panose="020F0502020204030204" pitchFamily="34" charset="0"/>
                <a:cs typeface="Calibri" panose="020F0502020204030204" pitchFamily="34" charset="0"/>
              </a:rPr>
              <a:t>illegal,</a:t>
            </a:r>
            <a:r>
              <a:rPr kumimoji="1" lang="zh-CN" altLang="en-US" sz="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600" dirty="0">
                <a:latin typeface="Calibri" panose="020F0502020204030204" pitchFamily="34" charset="0"/>
                <a:cs typeface="Calibri" panose="020F0502020204030204" pitchFamily="34" charset="0"/>
              </a:rPr>
              <a:t>retry &lt;= 3</a:t>
            </a:r>
            <a:endParaRPr kumimoji="1" lang="zh-CN" altLang="en-US" sz="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5E2123D6-5B1A-27D1-86B2-224DDC511F53}"/>
              </a:ext>
            </a:extLst>
          </p:cNvPr>
          <p:cNvGrpSpPr/>
          <p:nvPr/>
        </p:nvGrpSpPr>
        <p:grpSpPr>
          <a:xfrm>
            <a:off x="4110841" y="3406184"/>
            <a:ext cx="614749" cy="304351"/>
            <a:chOff x="4939593" y="4976126"/>
            <a:chExt cx="614749" cy="304351"/>
          </a:xfrm>
        </p:grpSpPr>
        <p:sp>
          <p:nvSpPr>
            <p:cNvPr id="75" name="上弧形箭头 74">
              <a:extLst>
                <a:ext uri="{FF2B5EF4-FFF2-40B4-BE49-F238E27FC236}">
                  <a16:creationId xmlns:a16="http://schemas.microsoft.com/office/drawing/2014/main" id="{D149046E-42BF-0E43-9C2D-5D079B2B43D3}"/>
                </a:ext>
              </a:extLst>
            </p:cNvPr>
            <p:cNvSpPr/>
            <p:nvPr/>
          </p:nvSpPr>
          <p:spPr>
            <a:xfrm>
              <a:off x="4939593" y="5055965"/>
              <a:ext cx="614749" cy="224512"/>
            </a:xfrm>
            <a:prstGeom prst="curvedUpArrow">
              <a:avLst>
                <a:gd name="adj1" fmla="val 25000"/>
                <a:gd name="adj2" fmla="val 39628"/>
                <a:gd name="adj3" fmla="val 35163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36DE1FE1-FB70-78C5-2648-E527B7DC7078}"/>
                </a:ext>
              </a:extLst>
            </p:cNvPr>
            <p:cNvSpPr txBox="1"/>
            <p:nvPr/>
          </p:nvSpPr>
          <p:spPr>
            <a:xfrm>
              <a:off x="5016394" y="4976126"/>
              <a:ext cx="4894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" dirty="0">
                  <a:latin typeface="Calibri" panose="020F0502020204030204" pitchFamily="34" charset="0"/>
                  <a:cs typeface="Calibri" panose="020F0502020204030204" pitchFamily="34" charset="0"/>
                </a:rPr>
                <a:t>illegal,</a:t>
              </a:r>
              <a:r>
                <a:rPr kumimoji="1" lang="zh-CN" altLang="en-US" sz="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600" dirty="0">
                  <a:latin typeface="Calibri" panose="020F0502020204030204" pitchFamily="34" charset="0"/>
                  <a:cs typeface="Calibri" panose="020F0502020204030204" pitchFamily="34" charset="0"/>
                </a:rPr>
                <a:t>retry &gt; 3</a:t>
              </a:r>
              <a:endParaRPr kumimoji="1" lang="zh-CN" altLang="en-US" sz="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95" name="图形 94" descr="文档 纯色填充">
            <a:extLst>
              <a:ext uri="{FF2B5EF4-FFF2-40B4-BE49-F238E27FC236}">
                <a16:creationId xmlns:a16="http://schemas.microsoft.com/office/drawing/2014/main" id="{20094BD2-8119-7209-7653-B79495BEDF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22625" y="6239174"/>
            <a:ext cx="306628" cy="306628"/>
          </a:xfrm>
          <a:prstGeom prst="rect">
            <a:avLst/>
          </a:prstGeom>
        </p:spPr>
      </p:pic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25B35174-A00C-9F53-8F33-C5B666179C6D}"/>
              </a:ext>
            </a:extLst>
          </p:cNvPr>
          <p:cNvSpPr/>
          <p:nvPr/>
        </p:nvSpPr>
        <p:spPr>
          <a:xfrm>
            <a:off x="5398315" y="6190609"/>
            <a:ext cx="2063569" cy="667391"/>
          </a:xfrm>
          <a:custGeom>
            <a:avLst/>
            <a:gdLst>
              <a:gd name="csX0" fmla="*/ 0 w 2063569"/>
              <a:gd name="csY0" fmla="*/ 56828 h 667391"/>
              <a:gd name="csX1" fmla="*/ 56828 w 2063569"/>
              <a:gd name="csY1" fmla="*/ 0 h 667391"/>
              <a:gd name="csX2" fmla="*/ 726298 w 2063569"/>
              <a:gd name="csY2" fmla="*/ 0 h 667391"/>
              <a:gd name="csX3" fmla="*/ 1376269 w 2063569"/>
              <a:gd name="csY3" fmla="*/ 0 h 667391"/>
              <a:gd name="csX4" fmla="*/ 2006741 w 2063569"/>
              <a:gd name="csY4" fmla="*/ 0 h 667391"/>
              <a:gd name="csX5" fmla="*/ 2063569 w 2063569"/>
              <a:gd name="csY5" fmla="*/ 56828 h 667391"/>
              <a:gd name="csX6" fmla="*/ 2063569 w 2063569"/>
              <a:gd name="csY6" fmla="*/ 610563 h 667391"/>
              <a:gd name="csX7" fmla="*/ 2006741 w 2063569"/>
              <a:gd name="csY7" fmla="*/ 667391 h 667391"/>
              <a:gd name="csX8" fmla="*/ 1337271 w 2063569"/>
              <a:gd name="csY8" fmla="*/ 667391 h 667391"/>
              <a:gd name="csX9" fmla="*/ 745797 w 2063569"/>
              <a:gd name="csY9" fmla="*/ 667391 h 667391"/>
              <a:gd name="csX10" fmla="*/ 56828 w 2063569"/>
              <a:gd name="csY10" fmla="*/ 667391 h 667391"/>
              <a:gd name="csX11" fmla="*/ 0 w 2063569"/>
              <a:gd name="csY11" fmla="*/ 610563 h 667391"/>
              <a:gd name="csX12" fmla="*/ 0 w 2063569"/>
              <a:gd name="csY12" fmla="*/ 56828 h 6673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063569" h="667391" fill="none" extrusionOk="0">
                <a:moveTo>
                  <a:pt x="0" y="56828"/>
                </a:moveTo>
                <a:cubicBezTo>
                  <a:pt x="-1600" y="25706"/>
                  <a:pt x="19708" y="-3957"/>
                  <a:pt x="56828" y="0"/>
                </a:cubicBezTo>
                <a:cubicBezTo>
                  <a:pt x="316619" y="11304"/>
                  <a:pt x="421055" y="10163"/>
                  <a:pt x="726298" y="0"/>
                </a:cubicBezTo>
                <a:cubicBezTo>
                  <a:pt x="1031541" y="-10163"/>
                  <a:pt x="1233466" y="-8220"/>
                  <a:pt x="1376269" y="0"/>
                </a:cubicBezTo>
                <a:cubicBezTo>
                  <a:pt x="1519072" y="8220"/>
                  <a:pt x="1866572" y="23944"/>
                  <a:pt x="2006741" y="0"/>
                </a:cubicBezTo>
                <a:cubicBezTo>
                  <a:pt x="2033679" y="183"/>
                  <a:pt x="2066757" y="19696"/>
                  <a:pt x="2063569" y="56828"/>
                </a:cubicBezTo>
                <a:cubicBezTo>
                  <a:pt x="2060901" y="281686"/>
                  <a:pt x="2039010" y="352281"/>
                  <a:pt x="2063569" y="610563"/>
                </a:cubicBezTo>
                <a:cubicBezTo>
                  <a:pt x="2064275" y="643346"/>
                  <a:pt x="2036249" y="668381"/>
                  <a:pt x="2006741" y="667391"/>
                </a:cubicBezTo>
                <a:cubicBezTo>
                  <a:pt x="1782669" y="697893"/>
                  <a:pt x="1578841" y="642623"/>
                  <a:pt x="1337271" y="667391"/>
                </a:cubicBezTo>
                <a:cubicBezTo>
                  <a:pt x="1095701" y="692160"/>
                  <a:pt x="994597" y="638203"/>
                  <a:pt x="745797" y="667391"/>
                </a:cubicBezTo>
                <a:cubicBezTo>
                  <a:pt x="496997" y="696579"/>
                  <a:pt x="232036" y="689797"/>
                  <a:pt x="56828" y="667391"/>
                </a:cubicBezTo>
                <a:cubicBezTo>
                  <a:pt x="30498" y="669160"/>
                  <a:pt x="420" y="643364"/>
                  <a:pt x="0" y="610563"/>
                </a:cubicBezTo>
                <a:cubicBezTo>
                  <a:pt x="6755" y="393118"/>
                  <a:pt x="19146" y="169667"/>
                  <a:pt x="0" y="56828"/>
                </a:cubicBezTo>
                <a:close/>
              </a:path>
              <a:path w="2063569" h="667391" stroke="0" extrusionOk="0">
                <a:moveTo>
                  <a:pt x="0" y="56828"/>
                </a:moveTo>
                <a:cubicBezTo>
                  <a:pt x="-5641" y="21964"/>
                  <a:pt x="20747" y="1763"/>
                  <a:pt x="56828" y="0"/>
                </a:cubicBezTo>
                <a:cubicBezTo>
                  <a:pt x="258096" y="16914"/>
                  <a:pt x="587751" y="16636"/>
                  <a:pt x="745797" y="0"/>
                </a:cubicBezTo>
                <a:cubicBezTo>
                  <a:pt x="903843" y="-16636"/>
                  <a:pt x="1100927" y="16736"/>
                  <a:pt x="1376269" y="0"/>
                </a:cubicBezTo>
                <a:cubicBezTo>
                  <a:pt x="1651611" y="-16736"/>
                  <a:pt x="1789332" y="-19284"/>
                  <a:pt x="2006741" y="0"/>
                </a:cubicBezTo>
                <a:cubicBezTo>
                  <a:pt x="2037725" y="-1293"/>
                  <a:pt x="2065330" y="18926"/>
                  <a:pt x="2063569" y="56828"/>
                </a:cubicBezTo>
                <a:cubicBezTo>
                  <a:pt x="2068345" y="171934"/>
                  <a:pt x="2057187" y="426583"/>
                  <a:pt x="2063569" y="610563"/>
                </a:cubicBezTo>
                <a:cubicBezTo>
                  <a:pt x="2062813" y="634735"/>
                  <a:pt x="2036527" y="669614"/>
                  <a:pt x="2006741" y="667391"/>
                </a:cubicBezTo>
                <a:cubicBezTo>
                  <a:pt x="1758986" y="668567"/>
                  <a:pt x="1572179" y="643649"/>
                  <a:pt x="1395768" y="667391"/>
                </a:cubicBezTo>
                <a:cubicBezTo>
                  <a:pt x="1219357" y="691133"/>
                  <a:pt x="1011007" y="640026"/>
                  <a:pt x="745797" y="667391"/>
                </a:cubicBezTo>
                <a:cubicBezTo>
                  <a:pt x="480587" y="694756"/>
                  <a:pt x="368624" y="694727"/>
                  <a:pt x="56828" y="667391"/>
                </a:cubicBezTo>
                <a:cubicBezTo>
                  <a:pt x="28479" y="664391"/>
                  <a:pt x="3553" y="639657"/>
                  <a:pt x="0" y="610563"/>
                </a:cubicBezTo>
                <a:cubicBezTo>
                  <a:pt x="17253" y="387133"/>
                  <a:pt x="-4111" y="303913"/>
                  <a:pt x="0" y="568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lg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851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圆角矩形 98">
            <a:extLst>
              <a:ext uri="{FF2B5EF4-FFF2-40B4-BE49-F238E27FC236}">
                <a16:creationId xmlns:a16="http://schemas.microsoft.com/office/drawing/2014/main" id="{C387B58B-9CA1-1B3E-070C-AF4EC0281947}"/>
              </a:ext>
            </a:extLst>
          </p:cNvPr>
          <p:cNvSpPr/>
          <p:nvPr/>
        </p:nvSpPr>
        <p:spPr>
          <a:xfrm>
            <a:off x="5438907" y="6223753"/>
            <a:ext cx="860348" cy="240197"/>
          </a:xfrm>
          <a:prstGeom prst="roundRect">
            <a:avLst>
              <a:gd name="adj" fmla="val 8515"/>
            </a:avLst>
          </a:prstGeom>
          <a:solidFill>
            <a:srgbClr val="F2A699">
              <a:alpha val="50196"/>
            </a:srgb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8CAA7223-1FFC-DA8D-8D7E-2F17D127D54A}"/>
              </a:ext>
            </a:extLst>
          </p:cNvPr>
          <p:cNvSpPr txBox="1"/>
          <p:nvPr/>
        </p:nvSpPr>
        <p:spPr>
          <a:xfrm>
            <a:off x="5434128" y="6239174"/>
            <a:ext cx="9378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he </a:t>
            </a:r>
            <a:r>
              <a:rPr lang="en-US" altLang="zh-CN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</a:t>
            </a:r>
            <a:r>
              <a:rPr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 products</a:t>
            </a:r>
            <a:endParaRPr lang="zh-CN" altLang="en-US" sz="800" dirty="0"/>
          </a:p>
        </p:txBody>
      </p:sp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441B4A1B-B327-3429-870E-27D8A38F8656}"/>
              </a:ext>
            </a:extLst>
          </p:cNvPr>
          <p:cNvSpPr/>
          <p:nvPr/>
        </p:nvSpPr>
        <p:spPr>
          <a:xfrm>
            <a:off x="5438907" y="6485362"/>
            <a:ext cx="860348" cy="338554"/>
          </a:xfrm>
          <a:prstGeom prst="roundRect">
            <a:avLst>
              <a:gd name="adj" fmla="val 8515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37E404E-CD66-6D76-52FA-13FFC6B08DE5}"/>
              </a:ext>
            </a:extLst>
          </p:cNvPr>
          <p:cNvSpPr txBox="1"/>
          <p:nvPr/>
        </p:nvSpPr>
        <p:spPr>
          <a:xfrm>
            <a:off x="5434128" y="6500784"/>
            <a:ext cx="8293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8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zh-CN" sz="8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elatively good</a:t>
            </a:r>
            <a:r>
              <a:rPr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 products</a:t>
            </a:r>
            <a:endParaRPr lang="zh-CN" altLang="en-US" sz="800" dirty="0"/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FE6E2542-A9D0-EECE-4CA8-35C18AB6C435}"/>
              </a:ext>
            </a:extLst>
          </p:cNvPr>
          <p:cNvGrpSpPr/>
          <p:nvPr/>
        </p:nvGrpSpPr>
        <p:grpSpPr>
          <a:xfrm>
            <a:off x="5387275" y="3006207"/>
            <a:ext cx="1284914" cy="558000"/>
            <a:chOff x="3440676" y="5468305"/>
            <a:chExt cx="1284914" cy="558000"/>
          </a:xfrm>
        </p:grpSpPr>
        <p:sp>
          <p:nvSpPr>
            <p:cNvPr id="121" name="圆角矩形 120">
              <a:extLst>
                <a:ext uri="{FF2B5EF4-FFF2-40B4-BE49-F238E27FC236}">
                  <a16:creationId xmlns:a16="http://schemas.microsoft.com/office/drawing/2014/main" id="{71600C20-170E-8AFA-B802-6D05359A59D4}"/>
                </a:ext>
              </a:extLst>
            </p:cNvPr>
            <p:cNvSpPr/>
            <p:nvPr/>
          </p:nvSpPr>
          <p:spPr>
            <a:xfrm>
              <a:off x="3440676" y="5468305"/>
              <a:ext cx="1249102" cy="558000"/>
            </a:xfrm>
            <a:prstGeom prst="roundRect">
              <a:avLst>
                <a:gd name="adj" fmla="val 8515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2" name="圆角矩形 121">
              <a:extLst>
                <a:ext uri="{FF2B5EF4-FFF2-40B4-BE49-F238E27FC236}">
                  <a16:creationId xmlns:a16="http://schemas.microsoft.com/office/drawing/2014/main" id="{68C4FDA5-E4F6-2727-DA77-788256CAF47F}"/>
                </a:ext>
              </a:extLst>
            </p:cNvPr>
            <p:cNvSpPr/>
            <p:nvPr/>
          </p:nvSpPr>
          <p:spPr>
            <a:xfrm>
              <a:off x="3481266" y="5501450"/>
              <a:ext cx="1181639" cy="215444"/>
            </a:xfrm>
            <a:prstGeom prst="roundRect">
              <a:avLst>
                <a:gd name="adj" fmla="val 8515"/>
              </a:avLst>
            </a:prstGeom>
            <a:solidFill>
              <a:srgbClr val="F6BEC7">
                <a:alpha val="50196"/>
              </a:srgb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4D88C723-108A-A476-98CA-E74A4EBD1A3A}"/>
                </a:ext>
              </a:extLst>
            </p:cNvPr>
            <p:cNvSpPr txBox="1"/>
            <p:nvPr/>
          </p:nvSpPr>
          <p:spPr>
            <a:xfrm>
              <a:off x="3607795" y="5499021"/>
              <a:ext cx="95087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r>
                <a:rPr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he </a:t>
              </a:r>
              <a:r>
                <a:rPr lang="en-US" altLang="zh-CN" sz="8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best</a:t>
              </a:r>
              <a:r>
                <a:rPr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products</a:t>
              </a:r>
              <a:endParaRPr lang="zh-CN" altLang="en-US" sz="800" dirty="0"/>
            </a:p>
          </p:txBody>
        </p:sp>
        <p:sp>
          <p:nvSpPr>
            <p:cNvPr id="124" name="圆角矩形 123">
              <a:extLst>
                <a:ext uri="{FF2B5EF4-FFF2-40B4-BE49-F238E27FC236}">
                  <a16:creationId xmlns:a16="http://schemas.microsoft.com/office/drawing/2014/main" id="{AFD7EA62-4A1F-1383-5674-8287421BD1D7}"/>
                </a:ext>
              </a:extLst>
            </p:cNvPr>
            <p:cNvSpPr/>
            <p:nvPr/>
          </p:nvSpPr>
          <p:spPr>
            <a:xfrm>
              <a:off x="3481267" y="5763058"/>
              <a:ext cx="1181640" cy="240197"/>
            </a:xfrm>
            <a:prstGeom prst="roundRect">
              <a:avLst>
                <a:gd name="adj" fmla="val 851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5D168CBB-BFB9-DC72-5335-8E7FD60108FF}"/>
                </a:ext>
              </a:extLst>
            </p:cNvPr>
            <p:cNvSpPr txBox="1"/>
            <p:nvPr/>
          </p:nvSpPr>
          <p:spPr>
            <a:xfrm>
              <a:off x="3476488" y="5778480"/>
              <a:ext cx="124910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800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altLang="zh-CN" sz="800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elatively good</a:t>
              </a:r>
              <a:r>
                <a:rPr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products</a:t>
              </a:r>
              <a:endParaRPr lang="zh-CN" altLang="en-US" sz="800" dirty="0"/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ABBBBA6A-8AEE-8EBE-7152-59F7E56E1CB4}"/>
              </a:ext>
            </a:extLst>
          </p:cNvPr>
          <p:cNvSpPr txBox="1"/>
          <p:nvPr/>
        </p:nvSpPr>
        <p:spPr>
          <a:xfrm>
            <a:off x="5834676" y="347214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2EAF72B0-5C12-E74F-EA29-0D98293348AC}"/>
              </a:ext>
            </a:extLst>
          </p:cNvPr>
          <p:cNvGrpSpPr/>
          <p:nvPr/>
        </p:nvGrpSpPr>
        <p:grpSpPr>
          <a:xfrm>
            <a:off x="5383665" y="2393352"/>
            <a:ext cx="1284914" cy="558000"/>
            <a:chOff x="3440676" y="5468305"/>
            <a:chExt cx="1284914" cy="558000"/>
          </a:xfrm>
        </p:grpSpPr>
        <p:sp>
          <p:nvSpPr>
            <p:cNvPr id="129" name="圆角矩形 128">
              <a:extLst>
                <a:ext uri="{FF2B5EF4-FFF2-40B4-BE49-F238E27FC236}">
                  <a16:creationId xmlns:a16="http://schemas.microsoft.com/office/drawing/2014/main" id="{083F31F8-3532-8582-EB0D-500AEE75A38E}"/>
                </a:ext>
              </a:extLst>
            </p:cNvPr>
            <p:cNvSpPr/>
            <p:nvPr/>
          </p:nvSpPr>
          <p:spPr>
            <a:xfrm>
              <a:off x="3440676" y="5468305"/>
              <a:ext cx="1249102" cy="558000"/>
            </a:xfrm>
            <a:prstGeom prst="roundRect">
              <a:avLst>
                <a:gd name="adj" fmla="val 8515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0" name="圆角矩形 129">
              <a:extLst>
                <a:ext uri="{FF2B5EF4-FFF2-40B4-BE49-F238E27FC236}">
                  <a16:creationId xmlns:a16="http://schemas.microsoft.com/office/drawing/2014/main" id="{807DAA71-22A1-3F9E-0F1C-CC85F27B4709}"/>
                </a:ext>
              </a:extLst>
            </p:cNvPr>
            <p:cNvSpPr/>
            <p:nvPr/>
          </p:nvSpPr>
          <p:spPr>
            <a:xfrm>
              <a:off x="3481266" y="5501450"/>
              <a:ext cx="1181639" cy="215444"/>
            </a:xfrm>
            <a:prstGeom prst="roundRect">
              <a:avLst>
                <a:gd name="adj" fmla="val 8515"/>
              </a:avLst>
            </a:prstGeom>
            <a:solidFill>
              <a:srgbClr val="F6BEC7">
                <a:alpha val="50196"/>
              </a:srgb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DF805F9B-2C51-5B3C-AA54-DEEA60A54AD7}"/>
                </a:ext>
              </a:extLst>
            </p:cNvPr>
            <p:cNvSpPr txBox="1"/>
            <p:nvPr/>
          </p:nvSpPr>
          <p:spPr>
            <a:xfrm>
              <a:off x="3607795" y="5499021"/>
              <a:ext cx="95087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r>
                <a:rPr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he </a:t>
              </a:r>
              <a:r>
                <a:rPr lang="en-US" altLang="zh-CN" sz="8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best</a:t>
              </a:r>
              <a:r>
                <a:rPr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products</a:t>
              </a:r>
              <a:endParaRPr lang="zh-CN" altLang="en-US" sz="800" dirty="0"/>
            </a:p>
          </p:txBody>
        </p:sp>
        <p:sp>
          <p:nvSpPr>
            <p:cNvPr id="132" name="圆角矩形 131">
              <a:extLst>
                <a:ext uri="{FF2B5EF4-FFF2-40B4-BE49-F238E27FC236}">
                  <a16:creationId xmlns:a16="http://schemas.microsoft.com/office/drawing/2014/main" id="{3ABC00E2-065A-9AC8-1084-23E1460183A7}"/>
                </a:ext>
              </a:extLst>
            </p:cNvPr>
            <p:cNvSpPr/>
            <p:nvPr/>
          </p:nvSpPr>
          <p:spPr>
            <a:xfrm>
              <a:off x="3481267" y="5763058"/>
              <a:ext cx="1181640" cy="240197"/>
            </a:xfrm>
            <a:prstGeom prst="roundRect">
              <a:avLst>
                <a:gd name="adj" fmla="val 851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B7C15D90-78FE-0F9B-509B-E54D4419F301}"/>
                </a:ext>
              </a:extLst>
            </p:cNvPr>
            <p:cNvSpPr txBox="1"/>
            <p:nvPr/>
          </p:nvSpPr>
          <p:spPr>
            <a:xfrm>
              <a:off x="3476488" y="5778480"/>
              <a:ext cx="124910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800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altLang="zh-CN" sz="800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elatively good</a:t>
              </a:r>
              <a:r>
                <a:rPr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products</a:t>
              </a:r>
              <a:endParaRPr lang="zh-CN" altLang="en-US" sz="800" dirty="0"/>
            </a:p>
          </p:txBody>
        </p:sp>
      </p:grpSp>
      <p:pic>
        <p:nvPicPr>
          <p:cNvPr id="137" name="图形 136" descr="箭头: 顺时针弯曲 纯色填充">
            <a:extLst>
              <a:ext uri="{FF2B5EF4-FFF2-40B4-BE49-F238E27FC236}">
                <a16:creationId xmlns:a16="http://schemas.microsoft.com/office/drawing/2014/main" id="{B0DEDB7D-D3E6-E353-4565-1EE250DFE8B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8495375" flipH="1">
            <a:off x="2825841" y="3604921"/>
            <a:ext cx="305492" cy="473874"/>
          </a:xfrm>
          <a:prstGeom prst="rect">
            <a:avLst/>
          </a:prstGeom>
        </p:spPr>
      </p:pic>
      <p:pic>
        <p:nvPicPr>
          <p:cNvPr id="145" name="图形 144" descr="雪花 纯色填充">
            <a:extLst>
              <a:ext uri="{FF2B5EF4-FFF2-40B4-BE49-F238E27FC236}">
                <a16:creationId xmlns:a16="http://schemas.microsoft.com/office/drawing/2014/main" id="{E3E9F8B3-8B51-4FC2-32A6-CB9544EC10B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44677" y="2752022"/>
            <a:ext cx="263302" cy="263302"/>
          </a:xfrm>
          <a:prstGeom prst="rect">
            <a:avLst/>
          </a:prstGeom>
        </p:spPr>
      </p:pic>
      <p:pic>
        <p:nvPicPr>
          <p:cNvPr id="146" name="图形 145" descr="雪花 纯色填充">
            <a:extLst>
              <a:ext uri="{FF2B5EF4-FFF2-40B4-BE49-F238E27FC236}">
                <a16:creationId xmlns:a16="http://schemas.microsoft.com/office/drawing/2014/main" id="{F34DE10E-0E6A-6518-73EB-00EE8BFE097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47334" y="2315802"/>
            <a:ext cx="263302" cy="263302"/>
          </a:xfrm>
          <a:prstGeom prst="rect">
            <a:avLst/>
          </a:prstGeom>
        </p:spPr>
      </p:pic>
      <p:grpSp>
        <p:nvGrpSpPr>
          <p:cNvPr id="1171" name="组合 1170">
            <a:extLst>
              <a:ext uri="{FF2B5EF4-FFF2-40B4-BE49-F238E27FC236}">
                <a16:creationId xmlns:a16="http://schemas.microsoft.com/office/drawing/2014/main" id="{E1E93DA4-ECBE-C979-2C33-AD47C9752FC3}"/>
              </a:ext>
            </a:extLst>
          </p:cNvPr>
          <p:cNvGrpSpPr/>
          <p:nvPr/>
        </p:nvGrpSpPr>
        <p:grpSpPr>
          <a:xfrm>
            <a:off x="4496631" y="2687193"/>
            <a:ext cx="740515" cy="767222"/>
            <a:chOff x="4419791" y="2687193"/>
            <a:chExt cx="740515" cy="767222"/>
          </a:xfrm>
        </p:grpSpPr>
        <p:sp>
          <p:nvSpPr>
            <p:cNvPr id="77" name="圆角矩形 76">
              <a:extLst>
                <a:ext uri="{FF2B5EF4-FFF2-40B4-BE49-F238E27FC236}">
                  <a16:creationId xmlns:a16="http://schemas.microsoft.com/office/drawing/2014/main" id="{973316B2-C8A1-D53C-5C8D-E4B4436BBDDD}"/>
                </a:ext>
              </a:extLst>
            </p:cNvPr>
            <p:cNvSpPr/>
            <p:nvPr/>
          </p:nvSpPr>
          <p:spPr>
            <a:xfrm>
              <a:off x="4427361" y="2783551"/>
              <a:ext cx="654274" cy="670864"/>
            </a:xfrm>
            <a:prstGeom prst="roundRect">
              <a:avLst>
                <a:gd name="adj" fmla="val 8515"/>
              </a:avLst>
            </a:prstGeom>
            <a:solidFill>
              <a:srgbClr val="DDEBF8"/>
            </a:solidFill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88" name="图形 87" descr="人工智能 轮廓">
              <a:extLst>
                <a:ext uri="{FF2B5EF4-FFF2-40B4-BE49-F238E27FC236}">
                  <a16:creationId xmlns:a16="http://schemas.microsoft.com/office/drawing/2014/main" id="{A00B0E33-36B0-498E-4731-EB509DC58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419791" y="3001212"/>
              <a:ext cx="243116" cy="243116"/>
            </a:xfrm>
            <a:prstGeom prst="rect">
              <a:avLst/>
            </a:prstGeom>
          </p:spPr>
        </p:pic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617D9B0E-3EED-897D-369F-F42860B253C3}"/>
                </a:ext>
              </a:extLst>
            </p:cNvPr>
            <p:cNvSpPr txBox="1"/>
            <p:nvPr/>
          </p:nvSpPr>
          <p:spPr>
            <a:xfrm>
              <a:off x="4565907" y="2845771"/>
              <a:ext cx="56297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00" u="sng" dirty="0">
                  <a:latin typeface="Calibri" panose="020F0502020204030204" pitchFamily="34" charset="0"/>
                  <a:cs typeface="Calibri" panose="020F0502020204030204" pitchFamily="34" charset="0"/>
                </a:rPr>
                <a:t>LLM</a:t>
              </a:r>
            </a:p>
            <a:p>
              <a:pPr algn="ctr"/>
              <a:r>
                <a:rPr kumimoji="1" lang="en-US" altLang="zh-CN" sz="1000" dirty="0">
                  <a:latin typeface="Calibri" panose="020F0502020204030204" pitchFamily="34" charset="0"/>
                  <a:cs typeface="Calibri" panose="020F0502020204030204" pitchFamily="34" charset="0"/>
                </a:rPr>
                <a:t>Format</a:t>
              </a:r>
            </a:p>
            <a:p>
              <a:pPr algn="ctr"/>
              <a:r>
                <a:rPr kumimoji="1" lang="en-US" altLang="zh-CN" sz="1000" dirty="0">
                  <a:latin typeface="Calibri" panose="020F0502020204030204" pitchFamily="34" charset="0"/>
                  <a:cs typeface="Calibri" panose="020F0502020204030204" pitchFamily="34" charset="0"/>
                </a:rPr>
                <a:t>Refine</a:t>
              </a:r>
              <a:endParaRPr kumimoji="1" lang="zh-CN" altLang="en-US" sz="1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47" name="图形 146" descr="雪花 纯色填充">
              <a:extLst>
                <a:ext uri="{FF2B5EF4-FFF2-40B4-BE49-F238E27FC236}">
                  <a16:creationId xmlns:a16="http://schemas.microsoft.com/office/drawing/2014/main" id="{D4B58D84-62DF-9087-A2EC-956CE6241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897004" y="2687193"/>
              <a:ext cx="263302" cy="263302"/>
            </a:xfrm>
            <a:prstGeom prst="rect">
              <a:avLst/>
            </a:prstGeom>
          </p:spPr>
        </p:pic>
      </p:grpSp>
      <p:pic>
        <p:nvPicPr>
          <p:cNvPr id="148" name="图形 147" descr="文档 纯色填充">
            <a:extLst>
              <a:ext uri="{FF2B5EF4-FFF2-40B4-BE49-F238E27FC236}">
                <a16:creationId xmlns:a16="http://schemas.microsoft.com/office/drawing/2014/main" id="{403C4C3F-2D61-0CE2-144E-CD201CC358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307004" y="1520859"/>
            <a:ext cx="306628" cy="306628"/>
          </a:xfrm>
          <a:prstGeom prst="rect">
            <a:avLst/>
          </a:prstGeom>
        </p:spPr>
      </p:pic>
      <p:sp>
        <p:nvSpPr>
          <p:cNvPr id="151" name="圆角矩形 150">
            <a:extLst>
              <a:ext uri="{FF2B5EF4-FFF2-40B4-BE49-F238E27FC236}">
                <a16:creationId xmlns:a16="http://schemas.microsoft.com/office/drawing/2014/main" id="{DFAAD71E-1752-C21F-FAE0-77034BA0E8B0}"/>
              </a:ext>
            </a:extLst>
          </p:cNvPr>
          <p:cNvSpPr/>
          <p:nvPr/>
        </p:nvSpPr>
        <p:spPr>
          <a:xfrm>
            <a:off x="2674829" y="1179437"/>
            <a:ext cx="682413" cy="1019947"/>
          </a:xfrm>
          <a:prstGeom prst="roundRect">
            <a:avLst>
              <a:gd name="adj" fmla="val 851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圆角矩形 151">
            <a:extLst>
              <a:ext uri="{FF2B5EF4-FFF2-40B4-BE49-F238E27FC236}">
                <a16:creationId xmlns:a16="http://schemas.microsoft.com/office/drawing/2014/main" id="{31B11071-D8F9-5430-E02A-84B12239EC7B}"/>
              </a:ext>
            </a:extLst>
          </p:cNvPr>
          <p:cNvSpPr/>
          <p:nvPr/>
        </p:nvSpPr>
        <p:spPr>
          <a:xfrm>
            <a:off x="2734724" y="1205829"/>
            <a:ext cx="559809" cy="393692"/>
          </a:xfrm>
          <a:prstGeom prst="roundRect">
            <a:avLst>
              <a:gd name="adj" fmla="val 8515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3" name="图形 152" descr="文件夹搜索 纯色填充">
            <a:extLst>
              <a:ext uri="{FF2B5EF4-FFF2-40B4-BE49-F238E27FC236}">
                <a16:creationId xmlns:a16="http://schemas.microsoft.com/office/drawing/2014/main" id="{A31E7D73-08D2-D091-73ED-CBBF09784E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1190" y="1192646"/>
            <a:ext cx="252951" cy="252951"/>
          </a:xfrm>
          <a:prstGeom prst="rect">
            <a:avLst/>
          </a:prstGeom>
        </p:spPr>
      </p:pic>
      <p:sp>
        <p:nvSpPr>
          <p:cNvPr id="154" name="文本框 153">
            <a:extLst>
              <a:ext uri="{FF2B5EF4-FFF2-40B4-BE49-F238E27FC236}">
                <a16:creationId xmlns:a16="http://schemas.microsoft.com/office/drawing/2014/main" id="{2A11B732-5053-29A3-37BD-B3B565EA0701}"/>
              </a:ext>
            </a:extLst>
          </p:cNvPr>
          <p:cNvSpPr txBox="1"/>
          <p:nvPr/>
        </p:nvSpPr>
        <p:spPr>
          <a:xfrm>
            <a:off x="2698087" y="1377006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Experience</a:t>
            </a:r>
            <a:endParaRPr kumimoji="1"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圆角矩形 154">
            <a:extLst>
              <a:ext uri="{FF2B5EF4-FFF2-40B4-BE49-F238E27FC236}">
                <a16:creationId xmlns:a16="http://schemas.microsoft.com/office/drawing/2014/main" id="{A028433F-D533-B4CB-C6FE-E0D870CC9CA0}"/>
              </a:ext>
            </a:extLst>
          </p:cNvPr>
          <p:cNvSpPr/>
          <p:nvPr/>
        </p:nvSpPr>
        <p:spPr>
          <a:xfrm>
            <a:off x="2741458" y="1634425"/>
            <a:ext cx="559809" cy="387734"/>
          </a:xfrm>
          <a:prstGeom prst="roundRect">
            <a:avLst>
              <a:gd name="adj" fmla="val 8515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6" name="图形 155" descr="左右脑 纯色填充">
            <a:extLst>
              <a:ext uri="{FF2B5EF4-FFF2-40B4-BE49-F238E27FC236}">
                <a16:creationId xmlns:a16="http://schemas.microsoft.com/office/drawing/2014/main" id="{62CD6734-C3AF-F08A-8C06-EAEBCCBAC7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01190" y="1640594"/>
            <a:ext cx="246361" cy="246361"/>
          </a:xfrm>
          <a:prstGeom prst="rect">
            <a:avLst/>
          </a:prstGeom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75DAB54C-D055-5C1C-382B-EC22C31E2019}"/>
              </a:ext>
            </a:extLst>
          </p:cNvPr>
          <p:cNvSpPr txBox="1"/>
          <p:nvPr/>
        </p:nvSpPr>
        <p:spPr>
          <a:xfrm>
            <a:off x="2841557" y="1824212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endParaRPr kumimoji="1"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7614BF89-4618-5965-BBD4-FB81B073548D}"/>
              </a:ext>
            </a:extLst>
          </p:cNvPr>
          <p:cNvSpPr txBox="1"/>
          <p:nvPr/>
        </p:nvSpPr>
        <p:spPr>
          <a:xfrm>
            <a:off x="2781788" y="1987684"/>
            <a:ext cx="6239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endParaRPr kumimoji="1"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9" name="图形 158" descr="雪花 纯色填充">
            <a:extLst>
              <a:ext uri="{FF2B5EF4-FFF2-40B4-BE49-F238E27FC236}">
                <a16:creationId xmlns:a16="http://schemas.microsoft.com/office/drawing/2014/main" id="{A74E7550-DF75-A5DD-D791-90D3249E342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17518" y="1568250"/>
            <a:ext cx="263302" cy="263302"/>
          </a:xfrm>
          <a:prstGeom prst="rect">
            <a:avLst/>
          </a:prstGeom>
        </p:spPr>
      </p:pic>
      <p:sp>
        <p:nvSpPr>
          <p:cNvPr id="161" name="文本框 160">
            <a:extLst>
              <a:ext uri="{FF2B5EF4-FFF2-40B4-BE49-F238E27FC236}">
                <a16:creationId xmlns:a16="http://schemas.microsoft.com/office/drawing/2014/main" id="{682E550F-A7BB-0332-FA6F-45A1A68A2B7B}"/>
              </a:ext>
            </a:extLst>
          </p:cNvPr>
          <p:cNvSpPr txBox="1"/>
          <p:nvPr/>
        </p:nvSpPr>
        <p:spPr>
          <a:xfrm>
            <a:off x="3081969" y="1131923"/>
            <a:ext cx="306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46F59CD-6B49-5A74-5D82-616A44394B1B}"/>
                  </a:ext>
                </a:extLst>
              </p:cNvPr>
              <p:cNvSpPr txBox="1"/>
              <p:nvPr/>
            </p:nvSpPr>
            <p:spPr>
              <a:xfrm>
                <a:off x="4754362" y="234007"/>
                <a:ext cx="29115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/>
              </a:p>
            </p:txBody>
          </p:sp>
        </mc:Choice>
        <mc:Fallback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46F59CD-6B49-5A74-5D82-616A44394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362" y="234007"/>
                <a:ext cx="291150" cy="21544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BA1C1AC1-9180-7157-BCD9-0DF9BFCCB75B}"/>
              </a:ext>
            </a:extLst>
          </p:cNvPr>
          <p:cNvGrpSpPr/>
          <p:nvPr/>
        </p:nvGrpSpPr>
        <p:grpSpPr>
          <a:xfrm>
            <a:off x="3437340" y="1413783"/>
            <a:ext cx="1292777" cy="812687"/>
            <a:chOff x="3518434" y="1328151"/>
            <a:chExt cx="1292777" cy="812687"/>
          </a:xfrm>
        </p:grpSpPr>
        <p:grpSp>
          <p:nvGrpSpPr>
            <p:cNvPr id="1075" name="组合 1074">
              <a:extLst>
                <a:ext uri="{FF2B5EF4-FFF2-40B4-BE49-F238E27FC236}">
                  <a16:creationId xmlns:a16="http://schemas.microsoft.com/office/drawing/2014/main" id="{BD87BB40-5912-B9AF-5B4C-A861278AC257}"/>
                </a:ext>
              </a:extLst>
            </p:cNvPr>
            <p:cNvGrpSpPr/>
            <p:nvPr/>
          </p:nvGrpSpPr>
          <p:grpSpPr>
            <a:xfrm>
              <a:off x="3521675" y="1328151"/>
              <a:ext cx="1274520" cy="240525"/>
              <a:chOff x="3053679" y="280618"/>
              <a:chExt cx="1274520" cy="240525"/>
            </a:xfrm>
          </p:grpSpPr>
          <p:sp>
            <p:nvSpPr>
              <p:cNvPr id="1025" name="圆角矩形 1024">
                <a:extLst>
                  <a:ext uri="{FF2B5EF4-FFF2-40B4-BE49-F238E27FC236}">
                    <a16:creationId xmlns:a16="http://schemas.microsoft.com/office/drawing/2014/main" id="{1B2D6CCE-39D0-3286-C618-73F23F2C5EB9}"/>
                  </a:ext>
                </a:extLst>
              </p:cNvPr>
              <p:cNvSpPr/>
              <p:nvPr/>
            </p:nvSpPr>
            <p:spPr>
              <a:xfrm>
                <a:off x="3061502" y="280618"/>
                <a:ext cx="1196518" cy="240525"/>
              </a:xfrm>
              <a:prstGeom prst="roundRect">
                <a:avLst/>
              </a:prstGeom>
              <a:solidFill>
                <a:srgbClr val="D6E8D5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27" name="直线箭头连接符 1026">
                <a:extLst>
                  <a:ext uri="{FF2B5EF4-FFF2-40B4-BE49-F238E27FC236}">
                    <a16:creationId xmlns:a16="http://schemas.microsoft.com/office/drawing/2014/main" id="{AFAF9825-2672-7D3A-3F99-333DA5709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4496" y="410304"/>
                <a:ext cx="340708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8" name="组合 1027">
                <a:extLst>
                  <a:ext uri="{FF2B5EF4-FFF2-40B4-BE49-F238E27FC236}">
                    <a16:creationId xmlns:a16="http://schemas.microsoft.com/office/drawing/2014/main" id="{93ABA1E4-9D4F-12D5-80A4-4498CC28DEC8}"/>
                  </a:ext>
                </a:extLst>
              </p:cNvPr>
              <p:cNvGrpSpPr/>
              <p:nvPr/>
            </p:nvGrpSpPr>
            <p:grpSpPr>
              <a:xfrm>
                <a:off x="3053679" y="291289"/>
                <a:ext cx="291150" cy="215444"/>
                <a:chOff x="2840663" y="309579"/>
                <a:chExt cx="291150" cy="215444"/>
              </a:xfrm>
            </p:grpSpPr>
            <p:sp>
              <p:nvSpPr>
                <p:cNvPr id="1034" name="圆角矩形 1033">
                  <a:extLst>
                    <a:ext uri="{FF2B5EF4-FFF2-40B4-BE49-F238E27FC236}">
                      <a16:creationId xmlns:a16="http://schemas.microsoft.com/office/drawing/2014/main" id="{D0E03A20-81A9-1AE6-CB7E-129C2C23CE2F}"/>
                    </a:ext>
                  </a:extLst>
                </p:cNvPr>
                <p:cNvSpPr/>
                <p:nvPr/>
              </p:nvSpPr>
              <p:spPr>
                <a:xfrm>
                  <a:off x="2891726" y="339018"/>
                  <a:ext cx="163926" cy="171227"/>
                </a:xfrm>
                <a:prstGeom prst="round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9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35" name="文本框 1034">
                      <a:extLst>
                        <a:ext uri="{FF2B5EF4-FFF2-40B4-BE49-F238E27FC236}">
                          <a16:creationId xmlns:a16="http://schemas.microsoft.com/office/drawing/2014/main" id="{C0C4BE9A-7758-7530-F323-A96DC9C787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40663" y="309579"/>
                      <a:ext cx="29115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/>
                    </a:p>
                  </p:txBody>
                </p:sp>
              </mc:Choice>
              <mc:Fallback>
                <p:sp>
                  <p:nvSpPr>
                    <p:cNvPr id="1035" name="文本框 1034">
                      <a:extLst>
                        <a:ext uri="{FF2B5EF4-FFF2-40B4-BE49-F238E27FC236}">
                          <a16:creationId xmlns:a16="http://schemas.microsoft.com/office/drawing/2014/main" id="{C0C4BE9A-7758-7530-F323-A96DC9C787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40663" y="309579"/>
                      <a:ext cx="291150" cy="215444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029" name="组合 1028">
                <a:extLst>
                  <a:ext uri="{FF2B5EF4-FFF2-40B4-BE49-F238E27FC236}">
                    <a16:creationId xmlns:a16="http://schemas.microsoft.com/office/drawing/2014/main" id="{7F677218-9EEA-241A-6734-7815A474F9B7}"/>
                  </a:ext>
                </a:extLst>
              </p:cNvPr>
              <p:cNvGrpSpPr/>
              <p:nvPr/>
            </p:nvGrpSpPr>
            <p:grpSpPr>
              <a:xfrm>
                <a:off x="3514264" y="289416"/>
                <a:ext cx="291150" cy="215444"/>
                <a:chOff x="3205935" y="311448"/>
                <a:chExt cx="291150" cy="215444"/>
              </a:xfrm>
            </p:grpSpPr>
            <p:sp>
              <p:nvSpPr>
                <p:cNvPr id="1032" name="圆角矩形 1031">
                  <a:extLst>
                    <a:ext uri="{FF2B5EF4-FFF2-40B4-BE49-F238E27FC236}">
                      <a16:creationId xmlns:a16="http://schemas.microsoft.com/office/drawing/2014/main" id="{48E2BBC6-1FB3-91B5-6C23-FB00279E130A}"/>
                    </a:ext>
                  </a:extLst>
                </p:cNvPr>
                <p:cNvSpPr/>
                <p:nvPr/>
              </p:nvSpPr>
              <p:spPr>
                <a:xfrm>
                  <a:off x="3264772" y="337206"/>
                  <a:ext cx="163338" cy="171227"/>
                </a:xfrm>
                <a:prstGeom prst="round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9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33" name="文本框 1032">
                      <a:extLst>
                        <a:ext uri="{FF2B5EF4-FFF2-40B4-BE49-F238E27FC236}">
                          <a16:creationId xmlns:a16="http://schemas.microsoft.com/office/drawing/2014/main" id="{5C984744-223B-F850-3110-61EA0471F9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05935" y="311448"/>
                      <a:ext cx="29115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/>
                    </a:p>
                  </p:txBody>
                </p:sp>
              </mc:Choice>
              <mc:Fallback>
                <p:sp>
                  <p:nvSpPr>
                    <p:cNvPr id="1033" name="文本框 1032">
                      <a:extLst>
                        <a:ext uri="{FF2B5EF4-FFF2-40B4-BE49-F238E27FC236}">
                          <a16:creationId xmlns:a16="http://schemas.microsoft.com/office/drawing/2014/main" id="{5C984744-223B-F850-3110-61EA0471F9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05935" y="311448"/>
                      <a:ext cx="291150" cy="215444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5D4A926C-2926-2868-FD78-32E04385C0E6}"/>
                  </a:ext>
                </a:extLst>
              </p:cNvPr>
              <p:cNvSpPr txBox="1"/>
              <p:nvPr/>
            </p:nvSpPr>
            <p:spPr>
              <a:xfrm>
                <a:off x="3980027" y="298278"/>
                <a:ext cx="34817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7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Pass</a:t>
                </a:r>
                <a:endParaRPr kumimoji="1" lang="zh-CN" altLang="en-US" sz="7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31" name="直线箭头连接符 1030">
                <a:extLst>
                  <a:ext uri="{FF2B5EF4-FFF2-40B4-BE49-F238E27FC236}">
                    <a16:creationId xmlns:a16="http://schemas.microsoft.com/office/drawing/2014/main" id="{550727EC-881D-0F5A-9CAF-3C9DA0E69B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0651" y="410304"/>
                <a:ext cx="307898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6" name="组合 1105">
              <a:extLst>
                <a:ext uri="{FF2B5EF4-FFF2-40B4-BE49-F238E27FC236}">
                  <a16:creationId xmlns:a16="http://schemas.microsoft.com/office/drawing/2014/main" id="{9261CD83-9D6D-3AA7-34BF-4EFCD43ECB28}"/>
                </a:ext>
              </a:extLst>
            </p:cNvPr>
            <p:cNvGrpSpPr/>
            <p:nvPr/>
          </p:nvGrpSpPr>
          <p:grpSpPr>
            <a:xfrm>
              <a:off x="3521162" y="1833061"/>
              <a:ext cx="1245500" cy="307777"/>
              <a:chOff x="3521162" y="1833061"/>
              <a:chExt cx="1245500" cy="307777"/>
            </a:xfrm>
          </p:grpSpPr>
          <p:sp>
            <p:nvSpPr>
              <p:cNvPr id="162" name="圆角矩形 161">
                <a:extLst>
                  <a:ext uri="{FF2B5EF4-FFF2-40B4-BE49-F238E27FC236}">
                    <a16:creationId xmlns:a16="http://schemas.microsoft.com/office/drawing/2014/main" id="{3066A6C5-704C-ED32-FAFA-30CD83ECAF8E}"/>
                  </a:ext>
                </a:extLst>
              </p:cNvPr>
              <p:cNvSpPr/>
              <p:nvPr/>
            </p:nvSpPr>
            <p:spPr>
              <a:xfrm>
                <a:off x="3528984" y="1868711"/>
                <a:ext cx="1201133" cy="240525"/>
              </a:xfrm>
              <a:prstGeom prst="roundRect">
                <a:avLst/>
              </a:prstGeom>
              <a:solidFill>
                <a:srgbClr val="F5D0CD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64" name="直线箭头连接符 163">
                <a:extLst>
                  <a:ext uri="{FF2B5EF4-FFF2-40B4-BE49-F238E27FC236}">
                    <a16:creationId xmlns:a16="http://schemas.microsoft.com/office/drawing/2014/main" id="{1E42DA25-C0C0-999A-55F3-4619A23FB1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8320" y="1990521"/>
                <a:ext cx="284731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2" name="组合 171">
                <a:extLst>
                  <a:ext uri="{FF2B5EF4-FFF2-40B4-BE49-F238E27FC236}">
                    <a16:creationId xmlns:a16="http://schemas.microsoft.com/office/drawing/2014/main" id="{61E90919-7DA1-BCD1-FBBC-180B6BA22C8B}"/>
                  </a:ext>
                </a:extLst>
              </p:cNvPr>
              <p:cNvGrpSpPr/>
              <p:nvPr/>
            </p:nvGrpSpPr>
            <p:grpSpPr>
              <a:xfrm>
                <a:off x="3521162" y="1879382"/>
                <a:ext cx="291150" cy="215444"/>
                <a:chOff x="2840663" y="309579"/>
                <a:chExt cx="291150" cy="215444"/>
              </a:xfrm>
            </p:grpSpPr>
            <p:sp>
              <p:nvSpPr>
                <p:cNvPr id="163" name="圆角矩形 162">
                  <a:extLst>
                    <a:ext uri="{FF2B5EF4-FFF2-40B4-BE49-F238E27FC236}">
                      <a16:creationId xmlns:a16="http://schemas.microsoft.com/office/drawing/2014/main" id="{C0A33BE4-84A9-0AE7-6429-03A85D2C2FEC}"/>
                    </a:ext>
                  </a:extLst>
                </p:cNvPr>
                <p:cNvSpPr/>
                <p:nvPr/>
              </p:nvSpPr>
              <p:spPr>
                <a:xfrm>
                  <a:off x="2891726" y="339018"/>
                  <a:ext cx="163926" cy="171227"/>
                </a:xfrm>
                <a:prstGeom prst="round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9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230BA117-7461-6E4F-17FB-A5D60160D8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40663" y="309579"/>
                      <a:ext cx="29115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/>
                    </a:p>
                  </p:txBody>
                </p:sp>
              </mc:Choice>
              <mc:Fallback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230BA117-7461-6E4F-17FB-A5D60160D8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40663" y="309579"/>
                      <a:ext cx="291150" cy="215444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36" name="文本框 1035">
                <a:extLst>
                  <a:ext uri="{FF2B5EF4-FFF2-40B4-BE49-F238E27FC236}">
                    <a16:creationId xmlns:a16="http://schemas.microsoft.com/office/drawing/2014/main" id="{E49F6864-98D7-D359-0807-CF808D78D510}"/>
                  </a:ext>
                </a:extLst>
              </p:cNvPr>
              <p:cNvSpPr txBox="1"/>
              <p:nvPr/>
            </p:nvSpPr>
            <p:spPr>
              <a:xfrm>
                <a:off x="4452152" y="1885857"/>
                <a:ext cx="31451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7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Fail</a:t>
                </a:r>
                <a:endParaRPr kumimoji="1" lang="zh-CN" altLang="en-US" sz="7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38" name="直线箭头连接符 1037">
                <a:extLst>
                  <a:ext uri="{FF2B5EF4-FFF2-40B4-BE49-F238E27FC236}">
                    <a16:creationId xmlns:a16="http://schemas.microsoft.com/office/drawing/2014/main" id="{02F2619E-7ECF-7B36-78BC-AC773CD3CB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5959" y="1987757"/>
                <a:ext cx="444094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1" name="文本框 1070">
                <a:extLst>
                  <a:ext uri="{FF2B5EF4-FFF2-40B4-BE49-F238E27FC236}">
                    <a16:creationId xmlns:a16="http://schemas.microsoft.com/office/drawing/2014/main" id="{DF0CF2C7-6234-7633-12FC-3B82275BC40F}"/>
                  </a:ext>
                </a:extLst>
              </p:cNvPr>
              <p:cNvSpPr txBox="1"/>
              <p:nvPr/>
            </p:nvSpPr>
            <p:spPr>
              <a:xfrm>
                <a:off x="3854614" y="1833061"/>
                <a:ext cx="3360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chemeClr val="bg1">
                        <a:lumMod val="50000"/>
                      </a:schemeClr>
                    </a:solidFill>
                  </a:rPr>
                  <a:t>…</a:t>
                </a:r>
                <a:endParaRPr kumimoji="1" lang="zh-CN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97" name="组合 1096">
              <a:extLst>
                <a:ext uri="{FF2B5EF4-FFF2-40B4-BE49-F238E27FC236}">
                  <a16:creationId xmlns:a16="http://schemas.microsoft.com/office/drawing/2014/main" id="{A3197C60-BB8C-0958-D710-9770B3C982FD}"/>
                </a:ext>
              </a:extLst>
            </p:cNvPr>
            <p:cNvGrpSpPr/>
            <p:nvPr/>
          </p:nvGrpSpPr>
          <p:grpSpPr>
            <a:xfrm>
              <a:off x="3518434" y="1598861"/>
              <a:ext cx="1292777" cy="248142"/>
              <a:chOff x="3017088" y="363647"/>
              <a:chExt cx="1292777" cy="248142"/>
            </a:xfrm>
          </p:grpSpPr>
          <p:sp>
            <p:nvSpPr>
              <p:cNvPr id="1052" name="圆角矩形 1051">
                <a:extLst>
                  <a:ext uri="{FF2B5EF4-FFF2-40B4-BE49-F238E27FC236}">
                    <a16:creationId xmlns:a16="http://schemas.microsoft.com/office/drawing/2014/main" id="{BF6B1CBE-FFA8-E3BB-7E4C-ECBC355EBC1E}"/>
                  </a:ext>
                </a:extLst>
              </p:cNvPr>
              <p:cNvSpPr/>
              <p:nvPr/>
            </p:nvSpPr>
            <p:spPr>
              <a:xfrm>
                <a:off x="3023947" y="363647"/>
                <a:ext cx="1200323" cy="240525"/>
              </a:xfrm>
              <a:prstGeom prst="roundRect">
                <a:avLst/>
              </a:prstGeom>
              <a:solidFill>
                <a:srgbClr val="FBF4B0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53" name="直线箭头连接符 1052">
                <a:extLst>
                  <a:ext uri="{FF2B5EF4-FFF2-40B4-BE49-F238E27FC236}">
                    <a16:creationId xmlns:a16="http://schemas.microsoft.com/office/drawing/2014/main" id="{8605913A-00D0-B4DF-C3DF-9B9BB310EA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0775" y="496543"/>
                <a:ext cx="151618" cy="715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54" name="组合 1053">
                <a:extLst>
                  <a:ext uri="{FF2B5EF4-FFF2-40B4-BE49-F238E27FC236}">
                    <a16:creationId xmlns:a16="http://schemas.microsoft.com/office/drawing/2014/main" id="{C7E0DEE8-9B65-8E50-C7AD-26F261EFBE90}"/>
                  </a:ext>
                </a:extLst>
              </p:cNvPr>
              <p:cNvGrpSpPr/>
              <p:nvPr/>
            </p:nvGrpSpPr>
            <p:grpSpPr>
              <a:xfrm>
                <a:off x="3017088" y="370121"/>
                <a:ext cx="291150" cy="215444"/>
                <a:chOff x="2840663" y="309579"/>
                <a:chExt cx="291150" cy="215444"/>
              </a:xfrm>
            </p:grpSpPr>
            <p:sp>
              <p:nvSpPr>
                <p:cNvPr id="1055" name="圆角矩形 1054">
                  <a:extLst>
                    <a:ext uri="{FF2B5EF4-FFF2-40B4-BE49-F238E27FC236}">
                      <a16:creationId xmlns:a16="http://schemas.microsoft.com/office/drawing/2014/main" id="{7C136365-A555-9478-E20D-0BA2CA092816}"/>
                    </a:ext>
                  </a:extLst>
                </p:cNvPr>
                <p:cNvSpPr/>
                <p:nvPr/>
              </p:nvSpPr>
              <p:spPr>
                <a:xfrm>
                  <a:off x="2891726" y="339018"/>
                  <a:ext cx="163926" cy="171227"/>
                </a:xfrm>
                <a:prstGeom prst="round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9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56" name="文本框 1055">
                      <a:extLst>
                        <a:ext uri="{FF2B5EF4-FFF2-40B4-BE49-F238E27FC236}">
                          <a16:creationId xmlns:a16="http://schemas.microsoft.com/office/drawing/2014/main" id="{7EA175A5-54A6-B01C-7251-723A238E04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40663" y="309579"/>
                      <a:ext cx="29115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/>
                    </a:p>
                  </p:txBody>
                </p:sp>
              </mc:Choice>
              <mc:Fallback>
                <p:sp>
                  <p:nvSpPr>
                    <p:cNvPr id="1056" name="文本框 1055">
                      <a:extLst>
                        <a:ext uri="{FF2B5EF4-FFF2-40B4-BE49-F238E27FC236}">
                          <a16:creationId xmlns:a16="http://schemas.microsoft.com/office/drawing/2014/main" id="{7EA175A5-54A6-B01C-7251-723A238E04C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40663" y="309579"/>
                      <a:ext cx="291150" cy="215444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57" name="文本框 1056">
                <a:extLst>
                  <a:ext uri="{FF2B5EF4-FFF2-40B4-BE49-F238E27FC236}">
                    <a16:creationId xmlns:a16="http://schemas.microsoft.com/office/drawing/2014/main" id="{15D489DC-0D92-69D4-AAA8-FC8149D3C465}"/>
                  </a:ext>
                </a:extLst>
              </p:cNvPr>
              <p:cNvSpPr txBox="1"/>
              <p:nvPr/>
            </p:nvSpPr>
            <p:spPr>
              <a:xfrm>
                <a:off x="3952715" y="387998"/>
                <a:ext cx="35715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7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Pass</a:t>
                </a:r>
                <a:endParaRPr kumimoji="1" lang="zh-CN" altLang="en-US" sz="7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58" name="文本框 1057">
                <a:extLst>
                  <a:ext uri="{FF2B5EF4-FFF2-40B4-BE49-F238E27FC236}">
                    <a16:creationId xmlns:a16="http://schemas.microsoft.com/office/drawing/2014/main" id="{713CEAAB-AC1F-9C58-0B8D-49AEF181D40D}"/>
                  </a:ext>
                </a:extLst>
              </p:cNvPr>
              <p:cNvSpPr txBox="1"/>
              <p:nvPr/>
            </p:nvSpPr>
            <p:spPr>
              <a:xfrm>
                <a:off x="3503113" y="404925"/>
                <a:ext cx="33214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Fail</a:t>
                </a:r>
                <a:endParaRPr kumimoji="1" lang="zh-CN" altLang="en-US" sz="6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59" name="直线箭头连接符 1058">
                <a:extLst>
                  <a:ext uri="{FF2B5EF4-FFF2-40B4-BE49-F238E27FC236}">
                    <a16:creationId xmlns:a16="http://schemas.microsoft.com/office/drawing/2014/main" id="{22EA7286-97BA-9162-AC8A-98238631A0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0843" y="496042"/>
                <a:ext cx="135165" cy="941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60" name="组合 1059">
                <a:extLst>
                  <a:ext uri="{FF2B5EF4-FFF2-40B4-BE49-F238E27FC236}">
                    <a16:creationId xmlns:a16="http://schemas.microsoft.com/office/drawing/2014/main" id="{AF5BA8D1-567A-7B97-B43A-FDAF57738BA7}"/>
                  </a:ext>
                </a:extLst>
              </p:cNvPr>
              <p:cNvGrpSpPr/>
              <p:nvPr/>
            </p:nvGrpSpPr>
            <p:grpSpPr>
              <a:xfrm>
                <a:off x="3275488" y="374147"/>
                <a:ext cx="291150" cy="215444"/>
                <a:chOff x="3205935" y="311448"/>
                <a:chExt cx="291150" cy="215444"/>
              </a:xfrm>
            </p:grpSpPr>
            <p:sp>
              <p:nvSpPr>
                <p:cNvPr id="1061" name="圆角矩形 1060">
                  <a:extLst>
                    <a:ext uri="{FF2B5EF4-FFF2-40B4-BE49-F238E27FC236}">
                      <a16:creationId xmlns:a16="http://schemas.microsoft.com/office/drawing/2014/main" id="{95685AB5-6D87-6AD0-C442-F86F01DB30D6}"/>
                    </a:ext>
                  </a:extLst>
                </p:cNvPr>
                <p:cNvSpPr/>
                <p:nvPr/>
              </p:nvSpPr>
              <p:spPr>
                <a:xfrm>
                  <a:off x="3264772" y="337206"/>
                  <a:ext cx="163338" cy="171227"/>
                </a:xfrm>
                <a:prstGeom prst="round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9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62" name="文本框 1061">
                      <a:extLst>
                        <a:ext uri="{FF2B5EF4-FFF2-40B4-BE49-F238E27FC236}">
                          <a16:creationId xmlns:a16="http://schemas.microsoft.com/office/drawing/2014/main" id="{BE9DC251-E36A-DFD8-2C03-7C2DC0A0BA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05935" y="311448"/>
                      <a:ext cx="29115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/>
                    </a:p>
                  </p:txBody>
                </p:sp>
              </mc:Choice>
              <mc:Fallback>
                <p:sp>
                  <p:nvSpPr>
                    <p:cNvPr id="1062" name="文本框 1061">
                      <a:extLst>
                        <a:ext uri="{FF2B5EF4-FFF2-40B4-BE49-F238E27FC236}">
                          <a16:creationId xmlns:a16="http://schemas.microsoft.com/office/drawing/2014/main" id="{BE9DC251-E36A-DFD8-2C03-7C2DC0A0BA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05935" y="311448"/>
                      <a:ext cx="291150" cy="215444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066" name="直线箭头连接符 1065">
                <a:extLst>
                  <a:ext uri="{FF2B5EF4-FFF2-40B4-BE49-F238E27FC236}">
                    <a16:creationId xmlns:a16="http://schemas.microsoft.com/office/drawing/2014/main" id="{8F4D58F2-AA03-1EDB-547F-CF84E3BA82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3615" y="497659"/>
                <a:ext cx="115481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7" name="直线箭头连接符 1066">
                <a:extLst>
                  <a:ext uri="{FF2B5EF4-FFF2-40B4-BE49-F238E27FC236}">
                    <a16:creationId xmlns:a16="http://schemas.microsoft.com/office/drawing/2014/main" id="{1BD104C4-6F25-E0F0-4D81-61DFFAD0C8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0161" y="497627"/>
                <a:ext cx="118420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8" name="文本框 1087">
                <a:extLst>
                  <a:ext uri="{FF2B5EF4-FFF2-40B4-BE49-F238E27FC236}">
                    <a16:creationId xmlns:a16="http://schemas.microsoft.com/office/drawing/2014/main" id="{BDFC718C-E0AF-21BF-3A3D-FD6469C0FEBB}"/>
                  </a:ext>
                </a:extLst>
              </p:cNvPr>
              <p:cNvSpPr txBox="1"/>
              <p:nvPr/>
            </p:nvSpPr>
            <p:spPr>
              <a:xfrm>
                <a:off x="3740955" y="396345"/>
                <a:ext cx="21864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…</a:t>
                </a:r>
                <a:endParaRPr kumimoji="1" lang="zh-CN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108" name="组合 1107">
            <a:extLst>
              <a:ext uri="{FF2B5EF4-FFF2-40B4-BE49-F238E27FC236}">
                <a16:creationId xmlns:a16="http://schemas.microsoft.com/office/drawing/2014/main" id="{8790E918-5C03-CF9D-3D54-71BAE1CDEE31}"/>
              </a:ext>
            </a:extLst>
          </p:cNvPr>
          <p:cNvGrpSpPr/>
          <p:nvPr/>
        </p:nvGrpSpPr>
        <p:grpSpPr>
          <a:xfrm>
            <a:off x="4713550" y="1412638"/>
            <a:ext cx="600063" cy="360000"/>
            <a:chOff x="4738381" y="1326285"/>
            <a:chExt cx="600063" cy="360000"/>
          </a:xfrm>
        </p:grpSpPr>
        <p:sp>
          <p:nvSpPr>
            <p:cNvPr id="168" name="圆角矩形 167">
              <a:extLst>
                <a:ext uri="{FF2B5EF4-FFF2-40B4-BE49-F238E27FC236}">
                  <a16:creationId xmlns:a16="http://schemas.microsoft.com/office/drawing/2014/main" id="{1AF16875-5CAB-4A34-C3C7-528B12EC5CDD}"/>
                </a:ext>
              </a:extLst>
            </p:cNvPr>
            <p:cNvSpPr/>
            <p:nvPr/>
          </p:nvSpPr>
          <p:spPr>
            <a:xfrm>
              <a:off x="4762903" y="1326285"/>
              <a:ext cx="530028" cy="36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文本框 1100">
              <a:extLst>
                <a:ext uri="{FF2B5EF4-FFF2-40B4-BE49-F238E27FC236}">
                  <a16:creationId xmlns:a16="http://schemas.microsoft.com/office/drawing/2014/main" id="{1B35E664-3FEC-7507-131C-3322A8A37407}"/>
                </a:ext>
              </a:extLst>
            </p:cNvPr>
            <p:cNvSpPr txBox="1"/>
            <p:nvPr/>
          </p:nvSpPr>
          <p:spPr>
            <a:xfrm>
              <a:off x="4809891" y="1357342"/>
              <a:ext cx="5285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00" dirty="0">
                  <a:latin typeface="Calibri" panose="020F0502020204030204" pitchFamily="34" charset="0"/>
                  <a:cs typeface="Calibri" panose="020F0502020204030204" pitchFamily="34" charset="0"/>
                </a:rPr>
                <a:t>Reward Model</a:t>
              </a:r>
              <a:endParaRPr kumimoji="1" lang="zh-CN" altLang="en-US" sz="7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03" name="图形 1102" descr="机器人 纯色填充">
              <a:extLst>
                <a:ext uri="{FF2B5EF4-FFF2-40B4-BE49-F238E27FC236}">
                  <a16:creationId xmlns:a16="http://schemas.microsoft.com/office/drawing/2014/main" id="{49151A5D-434A-A1D4-922A-52DE7EA62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738381" y="1397635"/>
              <a:ext cx="222229" cy="222229"/>
            </a:xfrm>
            <a:prstGeom prst="rect">
              <a:avLst/>
            </a:prstGeom>
          </p:spPr>
        </p:pic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EF2CADC1-E48C-6A1C-BDF3-8EE5201DFDDA}"/>
              </a:ext>
            </a:extLst>
          </p:cNvPr>
          <p:cNvGrpSpPr/>
          <p:nvPr/>
        </p:nvGrpSpPr>
        <p:grpSpPr>
          <a:xfrm>
            <a:off x="4729906" y="1838230"/>
            <a:ext cx="664156" cy="360000"/>
            <a:chOff x="5623502" y="1178596"/>
            <a:chExt cx="664156" cy="346154"/>
          </a:xfrm>
        </p:grpSpPr>
        <p:sp>
          <p:nvSpPr>
            <p:cNvPr id="1104" name="圆角矩形 1103">
              <a:extLst>
                <a:ext uri="{FF2B5EF4-FFF2-40B4-BE49-F238E27FC236}">
                  <a16:creationId xmlns:a16="http://schemas.microsoft.com/office/drawing/2014/main" id="{AE4DBB5D-6F4E-D51F-5F77-16EBAA3739E3}"/>
                </a:ext>
              </a:extLst>
            </p:cNvPr>
            <p:cNvSpPr/>
            <p:nvPr/>
          </p:nvSpPr>
          <p:spPr>
            <a:xfrm>
              <a:off x="5634468" y="1178596"/>
              <a:ext cx="530028" cy="346154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4E3E3663-D3F6-3FF4-76CD-80C418719216}"/>
                </a:ext>
              </a:extLst>
            </p:cNvPr>
            <p:cNvSpPr txBox="1"/>
            <p:nvPr/>
          </p:nvSpPr>
          <p:spPr>
            <a:xfrm>
              <a:off x="5680085" y="1203347"/>
              <a:ext cx="6075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00" dirty="0">
                  <a:latin typeface="Calibri" panose="020F0502020204030204" pitchFamily="34" charset="0"/>
                  <a:cs typeface="Calibri" panose="020F0502020204030204" pitchFamily="34" charset="0"/>
                </a:rPr>
                <a:t>Cost Calculate</a:t>
              </a:r>
              <a:endParaRPr kumimoji="1" lang="zh-CN" altLang="en-US" sz="7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10" name="图形 1109" descr="计算器 纯色填充">
              <a:extLst>
                <a:ext uri="{FF2B5EF4-FFF2-40B4-BE49-F238E27FC236}">
                  <a16:creationId xmlns:a16="http://schemas.microsoft.com/office/drawing/2014/main" id="{91E8DA25-577A-69F6-DDDF-B549055FB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5623502" y="1258733"/>
              <a:ext cx="214740" cy="214740"/>
            </a:xfrm>
            <a:prstGeom prst="rect">
              <a:avLst/>
            </a:prstGeom>
          </p:spPr>
        </p:pic>
      </p:grpSp>
      <p:grpSp>
        <p:nvGrpSpPr>
          <p:cNvPr id="1169" name="组合 1168">
            <a:extLst>
              <a:ext uri="{FF2B5EF4-FFF2-40B4-BE49-F238E27FC236}">
                <a16:creationId xmlns:a16="http://schemas.microsoft.com/office/drawing/2014/main" id="{93DF6A45-0580-F5C0-8DA3-E36DFF92A812}"/>
              </a:ext>
            </a:extLst>
          </p:cNvPr>
          <p:cNvGrpSpPr/>
          <p:nvPr/>
        </p:nvGrpSpPr>
        <p:grpSpPr>
          <a:xfrm>
            <a:off x="5365917" y="1221077"/>
            <a:ext cx="701463" cy="1008669"/>
            <a:chOff x="5254598" y="1221077"/>
            <a:chExt cx="701463" cy="1008669"/>
          </a:xfrm>
        </p:grpSpPr>
        <p:sp>
          <p:nvSpPr>
            <p:cNvPr id="1112" name="圆角矩形 1111">
              <a:extLst>
                <a:ext uri="{FF2B5EF4-FFF2-40B4-BE49-F238E27FC236}">
                  <a16:creationId xmlns:a16="http://schemas.microsoft.com/office/drawing/2014/main" id="{EB8F159D-D65E-6896-DFA6-7A15D78789C1}"/>
                </a:ext>
              </a:extLst>
            </p:cNvPr>
            <p:cNvSpPr/>
            <p:nvPr/>
          </p:nvSpPr>
          <p:spPr>
            <a:xfrm>
              <a:off x="5254598" y="1254786"/>
              <a:ext cx="659155" cy="952372"/>
            </a:xfrm>
            <a:prstGeom prst="roundRect">
              <a:avLst>
                <a:gd name="adj" fmla="val 5146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124" name="组合 1123">
              <a:extLst>
                <a:ext uri="{FF2B5EF4-FFF2-40B4-BE49-F238E27FC236}">
                  <a16:creationId xmlns:a16="http://schemas.microsoft.com/office/drawing/2014/main" id="{397A9694-D317-AA99-C45A-029E62F1DAB6}"/>
                </a:ext>
              </a:extLst>
            </p:cNvPr>
            <p:cNvGrpSpPr/>
            <p:nvPr/>
          </p:nvGrpSpPr>
          <p:grpSpPr>
            <a:xfrm>
              <a:off x="5313755" y="1221077"/>
              <a:ext cx="642306" cy="383449"/>
              <a:chOff x="7027607" y="1598559"/>
              <a:chExt cx="642306" cy="383449"/>
            </a:xfrm>
          </p:grpSpPr>
          <p:sp>
            <p:nvSpPr>
              <p:cNvPr id="1115" name="圆角矩形 1114">
                <a:extLst>
                  <a:ext uri="{FF2B5EF4-FFF2-40B4-BE49-F238E27FC236}">
                    <a16:creationId xmlns:a16="http://schemas.microsoft.com/office/drawing/2014/main" id="{8D00D025-B41F-091B-8A48-9482931DD9A7}"/>
                  </a:ext>
                </a:extLst>
              </p:cNvPr>
              <p:cNvSpPr/>
              <p:nvPr/>
            </p:nvSpPr>
            <p:spPr>
              <a:xfrm>
                <a:off x="7027607" y="1652199"/>
                <a:ext cx="530028" cy="284062"/>
              </a:xfrm>
              <a:prstGeom prst="roundRect">
                <a:avLst/>
              </a:prstGeom>
              <a:solidFill>
                <a:srgbClr val="D7E9D5"/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21" name="组合 1120">
                <a:extLst>
                  <a:ext uri="{FF2B5EF4-FFF2-40B4-BE49-F238E27FC236}">
                    <a16:creationId xmlns:a16="http://schemas.microsoft.com/office/drawing/2014/main" id="{56C24B19-D3BD-7587-73EF-06830EE13838}"/>
                  </a:ext>
                </a:extLst>
              </p:cNvPr>
              <p:cNvGrpSpPr/>
              <p:nvPr/>
            </p:nvGrpSpPr>
            <p:grpSpPr>
              <a:xfrm>
                <a:off x="7027607" y="1598559"/>
                <a:ext cx="538416" cy="271118"/>
                <a:chOff x="6959545" y="2452831"/>
                <a:chExt cx="538416" cy="271118"/>
              </a:xfrm>
            </p:grpSpPr>
            <p:sp>
              <p:nvSpPr>
                <p:cNvPr id="1118" name="文本框 1117">
                  <a:extLst>
                    <a:ext uri="{FF2B5EF4-FFF2-40B4-BE49-F238E27FC236}">
                      <a16:creationId xmlns:a16="http://schemas.microsoft.com/office/drawing/2014/main" id="{03B44E2F-9818-F6CA-419F-89366C7AF1D8}"/>
                    </a:ext>
                  </a:extLst>
                </p:cNvPr>
                <p:cNvSpPr txBox="1"/>
                <p:nvPr/>
              </p:nvSpPr>
              <p:spPr>
                <a:xfrm>
                  <a:off x="6959545" y="2508505"/>
                  <a:ext cx="530027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800" dirty="0"/>
                    <a:t>✅</a:t>
                  </a:r>
                  <a:endParaRPr lang="zh-CN" altLang="en-US" sz="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0" name="文本框 1119">
                  <a:extLst>
                    <a:ext uri="{FF2B5EF4-FFF2-40B4-BE49-F238E27FC236}">
                      <a16:creationId xmlns:a16="http://schemas.microsoft.com/office/drawing/2014/main" id="{B8118C98-D3A8-274D-4925-0FBE8259D559}"/>
                    </a:ext>
                  </a:extLst>
                </p:cNvPr>
                <p:cNvSpPr txBox="1"/>
                <p:nvPr/>
              </p:nvSpPr>
              <p:spPr>
                <a:xfrm>
                  <a:off x="7115783" y="2452831"/>
                  <a:ext cx="38217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Pass</a:t>
                  </a:r>
                  <a:endParaRPr lang="zh-CN" altLang="en-US" sz="800" dirty="0"/>
                </a:p>
              </p:txBody>
            </p:sp>
          </p:grp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15A6377C-3996-F404-E486-04C36A0FF725}"/>
                  </a:ext>
                </a:extLst>
              </p:cNvPr>
              <p:cNvSpPr txBox="1"/>
              <p:nvPr/>
            </p:nvSpPr>
            <p:spPr>
              <a:xfrm>
                <a:off x="7027607" y="1766564"/>
                <a:ext cx="64230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Low Cost</a:t>
                </a:r>
                <a:endParaRPr lang="zh-CN" altLang="en-US" sz="800" dirty="0"/>
              </a:p>
            </p:txBody>
          </p:sp>
          <p:sp>
            <p:nvSpPr>
              <p:cNvPr id="1123" name="文本框 1122">
                <a:extLst>
                  <a:ext uri="{FF2B5EF4-FFF2-40B4-BE49-F238E27FC236}">
                    <a16:creationId xmlns:a16="http://schemas.microsoft.com/office/drawing/2014/main" id="{34913B6C-AD4A-33BB-F283-4393984FA3B5}"/>
                  </a:ext>
                </a:extLst>
              </p:cNvPr>
              <p:cNvSpPr txBox="1"/>
              <p:nvPr/>
            </p:nvSpPr>
            <p:spPr>
              <a:xfrm>
                <a:off x="7211687" y="1687018"/>
                <a:ext cx="45822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&amp;</a:t>
                </a:r>
                <a:endParaRPr lang="zh-CN" altLang="en-US" sz="800" dirty="0"/>
              </a:p>
            </p:txBody>
          </p:sp>
        </p:grpSp>
        <p:grpSp>
          <p:nvGrpSpPr>
            <p:cNvPr id="1125" name="组合 1124">
              <a:extLst>
                <a:ext uri="{FF2B5EF4-FFF2-40B4-BE49-F238E27FC236}">
                  <a16:creationId xmlns:a16="http://schemas.microsoft.com/office/drawing/2014/main" id="{AB502493-3EC8-6559-6762-EBCB2582EBE3}"/>
                </a:ext>
              </a:extLst>
            </p:cNvPr>
            <p:cNvGrpSpPr/>
            <p:nvPr/>
          </p:nvGrpSpPr>
          <p:grpSpPr>
            <a:xfrm>
              <a:off x="5313755" y="1533291"/>
              <a:ext cx="642306" cy="383449"/>
              <a:chOff x="7027607" y="1598559"/>
              <a:chExt cx="642306" cy="383449"/>
            </a:xfrm>
          </p:grpSpPr>
          <p:sp>
            <p:nvSpPr>
              <p:cNvPr id="1126" name="圆角矩形 1125">
                <a:extLst>
                  <a:ext uri="{FF2B5EF4-FFF2-40B4-BE49-F238E27FC236}">
                    <a16:creationId xmlns:a16="http://schemas.microsoft.com/office/drawing/2014/main" id="{FC0076F5-24B3-2C78-40B3-61D113C4CDFC}"/>
                  </a:ext>
                </a:extLst>
              </p:cNvPr>
              <p:cNvSpPr/>
              <p:nvPr/>
            </p:nvSpPr>
            <p:spPr>
              <a:xfrm>
                <a:off x="7027607" y="1652199"/>
                <a:ext cx="530028" cy="290572"/>
              </a:xfrm>
              <a:prstGeom prst="roundRect">
                <a:avLst/>
              </a:prstGeom>
              <a:solidFill>
                <a:srgbClr val="FFC000"/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27" name="组合 1126">
                <a:extLst>
                  <a:ext uri="{FF2B5EF4-FFF2-40B4-BE49-F238E27FC236}">
                    <a16:creationId xmlns:a16="http://schemas.microsoft.com/office/drawing/2014/main" id="{68DFD2D4-73E8-3684-888D-487E42AF8F41}"/>
                  </a:ext>
                </a:extLst>
              </p:cNvPr>
              <p:cNvGrpSpPr/>
              <p:nvPr/>
            </p:nvGrpSpPr>
            <p:grpSpPr>
              <a:xfrm>
                <a:off x="7027607" y="1598559"/>
                <a:ext cx="538416" cy="271118"/>
                <a:chOff x="6959545" y="2452831"/>
                <a:chExt cx="538416" cy="271118"/>
              </a:xfrm>
            </p:grpSpPr>
            <p:sp>
              <p:nvSpPr>
                <p:cNvPr id="1130" name="文本框 1129">
                  <a:extLst>
                    <a:ext uri="{FF2B5EF4-FFF2-40B4-BE49-F238E27FC236}">
                      <a16:creationId xmlns:a16="http://schemas.microsoft.com/office/drawing/2014/main" id="{701BCB06-B91F-BA18-C4F5-E46DED216C1D}"/>
                    </a:ext>
                  </a:extLst>
                </p:cNvPr>
                <p:cNvSpPr txBox="1"/>
                <p:nvPr/>
              </p:nvSpPr>
              <p:spPr>
                <a:xfrm>
                  <a:off x="6959545" y="2508505"/>
                  <a:ext cx="530027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800" dirty="0"/>
                    <a:t>✅</a:t>
                  </a:r>
                  <a:endParaRPr lang="zh-CN" altLang="en-US" sz="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31" name="文本框 1130">
                  <a:extLst>
                    <a:ext uri="{FF2B5EF4-FFF2-40B4-BE49-F238E27FC236}">
                      <a16:creationId xmlns:a16="http://schemas.microsoft.com/office/drawing/2014/main" id="{CA52AF5E-857D-0D2D-CD16-4DE85CA70057}"/>
                    </a:ext>
                  </a:extLst>
                </p:cNvPr>
                <p:cNvSpPr txBox="1"/>
                <p:nvPr/>
              </p:nvSpPr>
              <p:spPr>
                <a:xfrm>
                  <a:off x="7115783" y="2452831"/>
                  <a:ext cx="38217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Pass</a:t>
                  </a:r>
                  <a:endParaRPr lang="zh-CN" altLang="en-US" sz="800" dirty="0"/>
                </a:p>
              </p:txBody>
            </p:sp>
          </p:grpSp>
          <p:sp>
            <p:nvSpPr>
              <p:cNvPr id="1128" name="文本框 1127">
                <a:extLst>
                  <a:ext uri="{FF2B5EF4-FFF2-40B4-BE49-F238E27FC236}">
                    <a16:creationId xmlns:a16="http://schemas.microsoft.com/office/drawing/2014/main" id="{461EF246-88C9-0DFE-420D-A3CF8FBFC6AB}"/>
                  </a:ext>
                </a:extLst>
              </p:cNvPr>
              <p:cNvSpPr txBox="1"/>
              <p:nvPr/>
            </p:nvSpPr>
            <p:spPr>
              <a:xfrm>
                <a:off x="7027607" y="1766564"/>
                <a:ext cx="64230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High Cost</a:t>
                </a:r>
                <a:endParaRPr lang="zh-CN" altLang="en-US" sz="800" dirty="0"/>
              </a:p>
            </p:txBody>
          </p:sp>
          <p:sp>
            <p:nvSpPr>
              <p:cNvPr id="1129" name="文本框 1128">
                <a:extLst>
                  <a:ext uri="{FF2B5EF4-FFF2-40B4-BE49-F238E27FC236}">
                    <a16:creationId xmlns:a16="http://schemas.microsoft.com/office/drawing/2014/main" id="{C0AEEB30-54CC-2162-4E15-C77F4FADDEDC}"/>
                  </a:ext>
                </a:extLst>
              </p:cNvPr>
              <p:cNvSpPr txBox="1"/>
              <p:nvPr/>
            </p:nvSpPr>
            <p:spPr>
              <a:xfrm>
                <a:off x="7208509" y="1681115"/>
                <a:ext cx="45822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&amp;</a:t>
                </a:r>
                <a:endParaRPr lang="zh-CN" altLang="en-US" sz="800" dirty="0"/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0FECBDFC-1C8A-19D7-F07A-D5131E064DD6}"/>
                </a:ext>
              </a:extLst>
            </p:cNvPr>
            <p:cNvGrpSpPr/>
            <p:nvPr/>
          </p:nvGrpSpPr>
          <p:grpSpPr>
            <a:xfrm>
              <a:off x="5313755" y="1846297"/>
              <a:ext cx="642306" cy="383449"/>
              <a:chOff x="7027607" y="1598559"/>
              <a:chExt cx="642306" cy="383449"/>
            </a:xfrm>
          </p:grpSpPr>
          <p:sp>
            <p:nvSpPr>
              <p:cNvPr id="1134" name="圆角矩形 1133">
                <a:extLst>
                  <a:ext uri="{FF2B5EF4-FFF2-40B4-BE49-F238E27FC236}">
                    <a16:creationId xmlns:a16="http://schemas.microsoft.com/office/drawing/2014/main" id="{ECFA412E-F2F7-3D5B-BB81-1FF7F1DE8404}"/>
                  </a:ext>
                </a:extLst>
              </p:cNvPr>
              <p:cNvSpPr/>
              <p:nvPr/>
            </p:nvSpPr>
            <p:spPr>
              <a:xfrm>
                <a:off x="7027607" y="1652199"/>
                <a:ext cx="530028" cy="293703"/>
              </a:xfrm>
              <a:prstGeom prst="roundRect">
                <a:avLst/>
              </a:prstGeom>
              <a:solidFill>
                <a:srgbClr val="F6D0CD"/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35" name="组合 1134">
                <a:extLst>
                  <a:ext uri="{FF2B5EF4-FFF2-40B4-BE49-F238E27FC236}">
                    <a16:creationId xmlns:a16="http://schemas.microsoft.com/office/drawing/2014/main" id="{47426753-C0D9-082A-88FD-2DA1208F2AE4}"/>
                  </a:ext>
                </a:extLst>
              </p:cNvPr>
              <p:cNvGrpSpPr/>
              <p:nvPr/>
            </p:nvGrpSpPr>
            <p:grpSpPr>
              <a:xfrm>
                <a:off x="7027607" y="1598559"/>
                <a:ext cx="532110" cy="271118"/>
                <a:chOff x="6959545" y="2452831"/>
                <a:chExt cx="532110" cy="271118"/>
              </a:xfrm>
            </p:grpSpPr>
            <p:sp>
              <p:nvSpPr>
                <p:cNvPr id="1138" name="文本框 1137">
                  <a:extLst>
                    <a:ext uri="{FF2B5EF4-FFF2-40B4-BE49-F238E27FC236}">
                      <a16:creationId xmlns:a16="http://schemas.microsoft.com/office/drawing/2014/main" id="{E80EFAD9-CBFE-F238-C20E-CB3287D5FCD2}"/>
                    </a:ext>
                  </a:extLst>
                </p:cNvPr>
                <p:cNvSpPr txBox="1"/>
                <p:nvPr/>
              </p:nvSpPr>
              <p:spPr>
                <a:xfrm>
                  <a:off x="6959545" y="2508505"/>
                  <a:ext cx="530027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800" dirty="0"/>
                    <a:t>✅</a:t>
                  </a:r>
                  <a:endParaRPr lang="zh-CN" altLang="en-US" sz="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39" name="文本框 1138">
                  <a:extLst>
                    <a:ext uri="{FF2B5EF4-FFF2-40B4-BE49-F238E27FC236}">
                      <a16:creationId xmlns:a16="http://schemas.microsoft.com/office/drawing/2014/main" id="{72C6E90C-8530-BDEA-0800-CFBE7497877F}"/>
                    </a:ext>
                  </a:extLst>
                </p:cNvPr>
                <p:cNvSpPr txBox="1"/>
                <p:nvPr/>
              </p:nvSpPr>
              <p:spPr>
                <a:xfrm>
                  <a:off x="7109477" y="2452831"/>
                  <a:ext cx="38217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Pass</a:t>
                  </a:r>
                  <a:endParaRPr lang="zh-CN" altLang="en-US" sz="800" dirty="0"/>
                </a:p>
              </p:txBody>
            </p:sp>
          </p:grp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E8F020A4-BCA8-7157-1B63-AFB8E2CD629C}"/>
                  </a:ext>
                </a:extLst>
              </p:cNvPr>
              <p:cNvSpPr txBox="1"/>
              <p:nvPr/>
            </p:nvSpPr>
            <p:spPr>
              <a:xfrm>
                <a:off x="7027607" y="1766564"/>
                <a:ext cx="64230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High Cost</a:t>
                </a:r>
                <a:endParaRPr lang="zh-CN" altLang="en-US" sz="800" dirty="0"/>
              </a:p>
            </p:txBody>
          </p:sp>
          <p:sp>
            <p:nvSpPr>
              <p:cNvPr id="1137" name="文本框 1136">
                <a:extLst>
                  <a:ext uri="{FF2B5EF4-FFF2-40B4-BE49-F238E27FC236}">
                    <a16:creationId xmlns:a16="http://schemas.microsoft.com/office/drawing/2014/main" id="{375C052C-8876-AE6E-A223-DECCCBABED52}"/>
                  </a:ext>
                </a:extLst>
              </p:cNvPr>
              <p:cNvSpPr txBox="1"/>
              <p:nvPr/>
            </p:nvSpPr>
            <p:spPr>
              <a:xfrm>
                <a:off x="7211687" y="1680712"/>
                <a:ext cx="45822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&amp;</a:t>
                </a:r>
                <a:endParaRPr lang="zh-CN" altLang="en-US" sz="800" dirty="0"/>
              </a:p>
            </p:txBody>
          </p:sp>
        </p:grpSp>
      </p:grpSp>
      <p:grpSp>
        <p:nvGrpSpPr>
          <p:cNvPr id="1144" name="组合 1143">
            <a:extLst>
              <a:ext uri="{FF2B5EF4-FFF2-40B4-BE49-F238E27FC236}">
                <a16:creationId xmlns:a16="http://schemas.microsoft.com/office/drawing/2014/main" id="{F6B2C21E-4918-8EE4-1966-A2D75BF545CE}"/>
              </a:ext>
            </a:extLst>
          </p:cNvPr>
          <p:cNvGrpSpPr/>
          <p:nvPr/>
        </p:nvGrpSpPr>
        <p:grpSpPr>
          <a:xfrm>
            <a:off x="6047502" y="1257033"/>
            <a:ext cx="698790" cy="942858"/>
            <a:chOff x="4969073" y="4509075"/>
            <a:chExt cx="698790" cy="942858"/>
          </a:xfrm>
        </p:grpSpPr>
        <p:sp>
          <p:nvSpPr>
            <p:cNvPr id="1141" name="圆角矩形 1140">
              <a:extLst>
                <a:ext uri="{FF2B5EF4-FFF2-40B4-BE49-F238E27FC236}">
                  <a16:creationId xmlns:a16="http://schemas.microsoft.com/office/drawing/2014/main" id="{012DF025-1DF1-126D-D44C-2E84D967A714}"/>
                </a:ext>
              </a:extLst>
            </p:cNvPr>
            <p:cNvSpPr/>
            <p:nvPr/>
          </p:nvSpPr>
          <p:spPr>
            <a:xfrm>
              <a:off x="5081985" y="4509075"/>
              <a:ext cx="486585" cy="942858"/>
            </a:xfrm>
            <a:prstGeom prst="roundRect">
              <a:avLst>
                <a:gd name="adj" fmla="val 8515"/>
              </a:avLst>
            </a:prstGeom>
            <a:solidFill>
              <a:srgbClr val="DDEBF8"/>
            </a:solidFill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142" name="图形 1141" descr="人工智能 轮廓">
              <a:extLst>
                <a:ext uri="{FF2B5EF4-FFF2-40B4-BE49-F238E27FC236}">
                  <a16:creationId xmlns:a16="http://schemas.microsoft.com/office/drawing/2014/main" id="{AB447A9D-EC41-77C0-13D5-C8ABABB34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211194" y="4654633"/>
              <a:ext cx="243116" cy="243116"/>
            </a:xfrm>
            <a:prstGeom prst="rect">
              <a:avLst/>
            </a:prstGeom>
          </p:spPr>
        </p:pic>
        <p:sp>
          <p:nvSpPr>
            <p:cNvPr id="1143" name="文本框 1142">
              <a:extLst>
                <a:ext uri="{FF2B5EF4-FFF2-40B4-BE49-F238E27FC236}">
                  <a16:creationId xmlns:a16="http://schemas.microsoft.com/office/drawing/2014/main" id="{95918397-2F63-A009-BAAD-C9D9631B888A}"/>
                </a:ext>
              </a:extLst>
            </p:cNvPr>
            <p:cNvSpPr txBox="1"/>
            <p:nvPr/>
          </p:nvSpPr>
          <p:spPr>
            <a:xfrm>
              <a:off x="4969073" y="4979800"/>
              <a:ext cx="698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800" u="sng" dirty="0">
                  <a:latin typeface="Calibri" panose="020F0502020204030204" pitchFamily="34" charset="0"/>
                  <a:cs typeface="Calibri" panose="020F0502020204030204" pitchFamily="34" charset="0"/>
                </a:rPr>
                <a:t>LLM</a:t>
              </a:r>
            </a:p>
            <a:p>
              <a:pPr algn="ctr"/>
              <a:r>
                <a:rPr kumimoji="1" lang="en-US" altLang="zh-CN" sz="800" dirty="0">
                  <a:latin typeface="Calibri" panose="020F0502020204030204" pitchFamily="34" charset="0"/>
                  <a:cs typeface="Calibri" panose="020F0502020204030204" pitchFamily="34" charset="0"/>
                </a:rPr>
                <a:t>Extract Advantage</a:t>
              </a:r>
            </a:p>
          </p:txBody>
        </p:sp>
      </p:grpSp>
      <p:grpSp>
        <p:nvGrpSpPr>
          <p:cNvPr id="1157" name="组合 1156">
            <a:extLst>
              <a:ext uri="{FF2B5EF4-FFF2-40B4-BE49-F238E27FC236}">
                <a16:creationId xmlns:a16="http://schemas.microsoft.com/office/drawing/2014/main" id="{7E46585E-8C68-7D29-70A0-9860070BD646}"/>
              </a:ext>
            </a:extLst>
          </p:cNvPr>
          <p:cNvGrpSpPr/>
          <p:nvPr/>
        </p:nvGrpSpPr>
        <p:grpSpPr>
          <a:xfrm>
            <a:off x="5391515" y="891578"/>
            <a:ext cx="1335185" cy="251290"/>
            <a:chOff x="5296311" y="913286"/>
            <a:chExt cx="1335185" cy="251290"/>
          </a:xfrm>
        </p:grpSpPr>
        <p:sp>
          <p:nvSpPr>
            <p:cNvPr id="1078" name="圆角矩形 1077">
              <a:extLst>
                <a:ext uri="{FF2B5EF4-FFF2-40B4-BE49-F238E27FC236}">
                  <a16:creationId xmlns:a16="http://schemas.microsoft.com/office/drawing/2014/main" id="{EC69FB56-3CBD-077F-B813-C8508E063C90}"/>
                </a:ext>
              </a:extLst>
            </p:cNvPr>
            <p:cNvSpPr/>
            <p:nvPr/>
          </p:nvSpPr>
          <p:spPr>
            <a:xfrm>
              <a:off x="5334875" y="924051"/>
              <a:ext cx="1196518" cy="24052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156" name="组合 1155">
              <a:extLst>
                <a:ext uri="{FF2B5EF4-FFF2-40B4-BE49-F238E27FC236}">
                  <a16:creationId xmlns:a16="http://schemas.microsoft.com/office/drawing/2014/main" id="{88921084-F0F9-727E-B2EC-E877353C81A5}"/>
                </a:ext>
              </a:extLst>
            </p:cNvPr>
            <p:cNvGrpSpPr/>
            <p:nvPr/>
          </p:nvGrpSpPr>
          <p:grpSpPr>
            <a:xfrm>
              <a:off x="5296311" y="913286"/>
              <a:ext cx="1335185" cy="243407"/>
              <a:chOff x="5296311" y="905403"/>
              <a:chExt cx="1335185" cy="24340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7" name="文本框 1146">
                    <a:extLst>
                      <a:ext uri="{FF2B5EF4-FFF2-40B4-BE49-F238E27FC236}">
                        <a16:creationId xmlns:a16="http://schemas.microsoft.com/office/drawing/2014/main" id="{67001196-9114-DD67-9B0C-EBB9046656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6311" y="905403"/>
                    <a:ext cx="513282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900" b="0" i="1" smtClean="0">
                                <a:latin typeface="Cambria Math" panose="02040503050406030204" pitchFamily="18" charset="0"/>
                              </a:rPr>
                              <m:t>𝑡𝑒𝑥𝑡</m:t>
                            </m:r>
                            <m:r>
                              <a:rPr kumimoji="1" lang="en-US" altLang="zh-CN" sz="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kumimoji="1" lang="en-US" altLang="zh-CN" sz="900" dirty="0"/>
                      <a:t>,</a:t>
                    </a:r>
                    <a:endParaRPr kumimoji="1" lang="zh-CN" altLang="en-US" sz="900" dirty="0"/>
                  </a:p>
                </p:txBody>
              </p:sp>
            </mc:Choice>
            <mc:Fallback>
              <p:sp>
                <p:nvSpPr>
                  <p:cNvPr id="1147" name="文本框 1146">
                    <a:extLst>
                      <a:ext uri="{FF2B5EF4-FFF2-40B4-BE49-F238E27FC236}">
                        <a16:creationId xmlns:a16="http://schemas.microsoft.com/office/drawing/2014/main" id="{67001196-9114-DD67-9B0C-EBB9046656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6311" y="905403"/>
                    <a:ext cx="513282" cy="2308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8" name="文本框 1147">
                    <a:extLst>
                      <a:ext uri="{FF2B5EF4-FFF2-40B4-BE49-F238E27FC236}">
                        <a16:creationId xmlns:a16="http://schemas.microsoft.com/office/drawing/2014/main" id="{BA5B8BC3-08DF-0ECE-0611-79A0E98E4D7F}"/>
                      </a:ext>
                    </a:extLst>
                  </p:cNvPr>
                  <p:cNvSpPr txBox="1"/>
                  <p:nvPr/>
                </p:nvSpPr>
                <p:spPr>
                  <a:xfrm>
                    <a:off x="5670074" y="910069"/>
                    <a:ext cx="513282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900" b="0" i="1" smtClean="0">
                                <a:latin typeface="Cambria Math" panose="02040503050406030204" pitchFamily="18" charset="0"/>
                              </a:rPr>
                              <m:t>𝑡𝑒𝑥𝑡</m:t>
                            </m:r>
                            <m:r>
                              <a:rPr kumimoji="1" lang="en-US" altLang="zh-CN" sz="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kumimoji="1" lang="en-US" altLang="zh-CN" sz="900" dirty="0"/>
                      <a:t>,</a:t>
                    </a:r>
                    <a:endParaRPr kumimoji="1" lang="zh-CN" altLang="en-US" sz="900" dirty="0"/>
                  </a:p>
                </p:txBody>
              </p:sp>
            </mc:Choice>
            <mc:Fallback>
              <p:sp>
                <p:nvSpPr>
                  <p:cNvPr id="1148" name="文本框 1147">
                    <a:extLst>
                      <a:ext uri="{FF2B5EF4-FFF2-40B4-BE49-F238E27FC236}">
                        <a16:creationId xmlns:a16="http://schemas.microsoft.com/office/drawing/2014/main" id="{BA5B8BC3-08DF-0ECE-0611-79A0E98E4D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0074" y="910069"/>
                    <a:ext cx="513282" cy="230832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9" name="文本框 1148">
                    <a:extLst>
                      <a:ext uri="{FF2B5EF4-FFF2-40B4-BE49-F238E27FC236}">
                        <a16:creationId xmlns:a16="http://schemas.microsoft.com/office/drawing/2014/main" id="{67236C2B-6670-99BC-D3B3-AF4EF64BE3A6}"/>
                      </a:ext>
                    </a:extLst>
                  </p:cNvPr>
                  <p:cNvSpPr txBox="1"/>
                  <p:nvPr/>
                </p:nvSpPr>
                <p:spPr>
                  <a:xfrm>
                    <a:off x="5978945" y="917978"/>
                    <a:ext cx="652551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  <m:t>… </m:t>
                          </m:r>
                          <m:sSub>
                            <m:sSubPr>
                              <m:ctrlPr>
                                <a:rPr kumimoji="1"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9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900" b="0" i="1" smtClean="0">
                                  <a:latin typeface="Cambria Math" panose="02040503050406030204" pitchFamily="18" charset="0"/>
                                </a:rPr>
                                <m:t>𝑡𝑒𝑥𝑡𝑛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900" dirty="0"/>
                  </a:p>
                </p:txBody>
              </p:sp>
            </mc:Choice>
            <mc:Fallback>
              <p:sp>
                <p:nvSpPr>
                  <p:cNvPr id="1149" name="文本框 1148">
                    <a:extLst>
                      <a:ext uri="{FF2B5EF4-FFF2-40B4-BE49-F238E27FC236}">
                        <a16:creationId xmlns:a16="http://schemas.microsoft.com/office/drawing/2014/main" id="{67236C2B-6670-99BC-D3B3-AF4EF64BE3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8945" y="917978"/>
                    <a:ext cx="652551" cy="2308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55" name="组合 1154">
            <a:extLst>
              <a:ext uri="{FF2B5EF4-FFF2-40B4-BE49-F238E27FC236}">
                <a16:creationId xmlns:a16="http://schemas.microsoft.com/office/drawing/2014/main" id="{CF4F59E3-4DD9-ECE3-264D-C72A514FB571}"/>
              </a:ext>
            </a:extLst>
          </p:cNvPr>
          <p:cNvGrpSpPr/>
          <p:nvPr/>
        </p:nvGrpSpPr>
        <p:grpSpPr>
          <a:xfrm>
            <a:off x="3584401" y="915363"/>
            <a:ext cx="1556961" cy="254548"/>
            <a:chOff x="6948329" y="1961326"/>
            <a:chExt cx="1556961" cy="254548"/>
          </a:xfrm>
        </p:grpSpPr>
        <p:grpSp>
          <p:nvGrpSpPr>
            <p:cNvPr id="1150" name="组合 1149">
              <a:extLst>
                <a:ext uri="{FF2B5EF4-FFF2-40B4-BE49-F238E27FC236}">
                  <a16:creationId xmlns:a16="http://schemas.microsoft.com/office/drawing/2014/main" id="{B52BB42C-4A7A-E40A-1796-13A037D7507C}"/>
                </a:ext>
              </a:extLst>
            </p:cNvPr>
            <p:cNvGrpSpPr/>
            <p:nvPr/>
          </p:nvGrpSpPr>
          <p:grpSpPr>
            <a:xfrm>
              <a:off x="6948329" y="1961326"/>
              <a:ext cx="1556961" cy="254548"/>
              <a:chOff x="4654662" y="1326285"/>
              <a:chExt cx="1556961" cy="254548"/>
            </a:xfrm>
          </p:grpSpPr>
          <p:sp>
            <p:nvSpPr>
              <p:cNvPr id="1151" name="圆角矩形 1150">
                <a:extLst>
                  <a:ext uri="{FF2B5EF4-FFF2-40B4-BE49-F238E27FC236}">
                    <a16:creationId xmlns:a16="http://schemas.microsoft.com/office/drawing/2014/main" id="{09B37F62-8B66-12CD-87EB-A6F4C66BF15C}"/>
                  </a:ext>
                </a:extLst>
              </p:cNvPr>
              <p:cNvSpPr/>
              <p:nvPr/>
            </p:nvSpPr>
            <p:spPr>
              <a:xfrm>
                <a:off x="4654662" y="1326285"/>
                <a:ext cx="1556961" cy="25454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0825B351-BD31-2859-CA65-F87FACFDC2CA}"/>
                  </a:ext>
                </a:extLst>
              </p:cNvPr>
              <p:cNvSpPr txBox="1"/>
              <p:nvPr/>
            </p:nvSpPr>
            <p:spPr>
              <a:xfrm>
                <a:off x="5000731" y="1338828"/>
                <a:ext cx="6383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Controller</a:t>
                </a:r>
                <a:endParaRPr kumimoji="1" lang="zh-CN" altLang="en-US" sz="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54" name="图形 1153" descr="左右脑 纯色填充">
              <a:extLst>
                <a:ext uri="{FF2B5EF4-FFF2-40B4-BE49-F238E27FC236}">
                  <a16:creationId xmlns:a16="http://schemas.microsoft.com/office/drawing/2014/main" id="{498540C7-7635-FE79-EED4-8322EEE3D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14074" y="1977724"/>
              <a:ext cx="205021" cy="205021"/>
            </a:xfrm>
            <a:prstGeom prst="rect">
              <a:avLst/>
            </a:prstGeom>
          </p:spPr>
        </p:pic>
      </p:grpSp>
      <p:cxnSp>
        <p:nvCxnSpPr>
          <p:cNvPr id="1164" name="肘形连接符 1163">
            <a:extLst>
              <a:ext uri="{FF2B5EF4-FFF2-40B4-BE49-F238E27FC236}">
                <a16:creationId xmlns:a16="http://schemas.microsoft.com/office/drawing/2014/main" id="{0E38EE53-B72B-62AA-0E2E-9BAFBF88F15B}"/>
              </a:ext>
            </a:extLst>
          </p:cNvPr>
          <p:cNvCxnSpPr>
            <a:cxnSpLocks/>
            <a:stCxn id="1151" idx="1"/>
            <a:endCxn id="152" idx="0"/>
          </p:cNvCxnSpPr>
          <p:nvPr/>
        </p:nvCxnSpPr>
        <p:spPr>
          <a:xfrm rot="10800000" flipV="1">
            <a:off x="3014629" y="1042637"/>
            <a:ext cx="569772" cy="163192"/>
          </a:xfrm>
          <a:prstGeom prst="bentConnector2">
            <a:avLst/>
          </a:prstGeom>
          <a:ln w="12700">
            <a:solidFill>
              <a:srgbClr val="C5B1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3" name="组合 1172">
            <a:extLst>
              <a:ext uri="{FF2B5EF4-FFF2-40B4-BE49-F238E27FC236}">
                <a16:creationId xmlns:a16="http://schemas.microsoft.com/office/drawing/2014/main" id="{CBEC183D-40D2-BAF0-7746-FF86593B60B5}"/>
              </a:ext>
            </a:extLst>
          </p:cNvPr>
          <p:cNvGrpSpPr/>
          <p:nvPr/>
        </p:nvGrpSpPr>
        <p:grpSpPr>
          <a:xfrm>
            <a:off x="3900210" y="3909302"/>
            <a:ext cx="528553" cy="572008"/>
            <a:chOff x="4711001" y="1326284"/>
            <a:chExt cx="528553" cy="572008"/>
          </a:xfrm>
        </p:grpSpPr>
        <p:sp>
          <p:nvSpPr>
            <p:cNvPr id="1174" name="圆角矩形 1173">
              <a:extLst>
                <a:ext uri="{FF2B5EF4-FFF2-40B4-BE49-F238E27FC236}">
                  <a16:creationId xmlns:a16="http://schemas.microsoft.com/office/drawing/2014/main" id="{7B4BE90D-2F9F-BFD8-9494-585DEE155FCF}"/>
                </a:ext>
              </a:extLst>
            </p:cNvPr>
            <p:cNvSpPr/>
            <p:nvPr/>
          </p:nvSpPr>
          <p:spPr>
            <a:xfrm>
              <a:off x="4762903" y="1326284"/>
              <a:ext cx="448745" cy="57200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5" name="文本框 1174">
              <a:extLst>
                <a:ext uri="{FF2B5EF4-FFF2-40B4-BE49-F238E27FC236}">
                  <a16:creationId xmlns:a16="http://schemas.microsoft.com/office/drawing/2014/main" id="{D88A500F-F220-854D-CB1C-F2F827DABA6A}"/>
                </a:ext>
              </a:extLst>
            </p:cNvPr>
            <p:cNvSpPr txBox="1"/>
            <p:nvPr/>
          </p:nvSpPr>
          <p:spPr>
            <a:xfrm>
              <a:off x="4711001" y="1561443"/>
              <a:ext cx="5285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00" dirty="0">
                  <a:latin typeface="Calibri" panose="020F0502020204030204" pitchFamily="34" charset="0"/>
                  <a:cs typeface="Calibri" panose="020F0502020204030204" pitchFamily="34" charset="0"/>
                </a:rPr>
                <a:t>Reward Model</a:t>
              </a:r>
              <a:endParaRPr kumimoji="1" lang="zh-CN" altLang="en-US" sz="7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76" name="图形 1175" descr="机器人 纯色填充">
              <a:extLst>
                <a:ext uri="{FF2B5EF4-FFF2-40B4-BE49-F238E27FC236}">
                  <a16:creationId xmlns:a16="http://schemas.microsoft.com/office/drawing/2014/main" id="{CC6E0D67-225E-BB50-885F-6FF5E13C6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873158" y="1372043"/>
              <a:ext cx="222229" cy="222229"/>
            </a:xfrm>
            <a:prstGeom prst="rect">
              <a:avLst/>
            </a:prstGeom>
          </p:spPr>
        </p:pic>
      </p:grpSp>
      <p:grpSp>
        <p:nvGrpSpPr>
          <p:cNvPr id="1184" name="组合 1183">
            <a:extLst>
              <a:ext uri="{FF2B5EF4-FFF2-40B4-BE49-F238E27FC236}">
                <a16:creationId xmlns:a16="http://schemas.microsoft.com/office/drawing/2014/main" id="{4F4411D5-76FC-C10B-96A4-B5E21CC852EB}"/>
              </a:ext>
            </a:extLst>
          </p:cNvPr>
          <p:cNvGrpSpPr/>
          <p:nvPr/>
        </p:nvGrpSpPr>
        <p:grpSpPr>
          <a:xfrm>
            <a:off x="3498495" y="3832342"/>
            <a:ext cx="274434" cy="722802"/>
            <a:chOff x="2975940" y="3819244"/>
            <a:chExt cx="274434" cy="722802"/>
          </a:xfrm>
        </p:grpSpPr>
        <p:pic>
          <p:nvPicPr>
            <p:cNvPr id="1177" name="图形 1176" descr="文档 纯色填充">
              <a:extLst>
                <a:ext uri="{FF2B5EF4-FFF2-40B4-BE49-F238E27FC236}">
                  <a16:creationId xmlns:a16="http://schemas.microsoft.com/office/drawing/2014/main" id="{FCF57DB7-CA73-65CA-EE64-3FE66825F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3016844" y="3819244"/>
              <a:ext cx="199356" cy="199356"/>
            </a:xfrm>
            <a:prstGeom prst="rect">
              <a:avLst/>
            </a:prstGeom>
          </p:spPr>
        </p:pic>
        <p:pic>
          <p:nvPicPr>
            <p:cNvPr id="1180" name="图形 1179" descr="文档 纯色填充">
              <a:extLst>
                <a:ext uri="{FF2B5EF4-FFF2-40B4-BE49-F238E27FC236}">
                  <a16:creationId xmlns:a16="http://schemas.microsoft.com/office/drawing/2014/main" id="{364147D0-882A-62BE-AF10-CE516ED77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018161" y="4040666"/>
              <a:ext cx="199356" cy="199356"/>
            </a:xfrm>
            <a:prstGeom prst="rect">
              <a:avLst/>
            </a:prstGeom>
          </p:spPr>
        </p:pic>
        <p:pic>
          <p:nvPicPr>
            <p:cNvPr id="1181" name="图形 1180" descr="文档 纯色填充">
              <a:extLst>
                <a:ext uri="{FF2B5EF4-FFF2-40B4-BE49-F238E27FC236}">
                  <a16:creationId xmlns:a16="http://schemas.microsoft.com/office/drawing/2014/main" id="{377ECF20-F47B-ED92-03DD-0368A7671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023526" y="4342690"/>
              <a:ext cx="199356" cy="199356"/>
            </a:xfrm>
            <a:prstGeom prst="rect">
              <a:avLst/>
            </a:prstGeom>
          </p:spPr>
        </p:pic>
        <p:sp>
          <p:nvSpPr>
            <p:cNvPr id="1182" name="文本框 1181">
              <a:extLst>
                <a:ext uri="{FF2B5EF4-FFF2-40B4-BE49-F238E27FC236}">
                  <a16:creationId xmlns:a16="http://schemas.microsoft.com/office/drawing/2014/main" id="{CA5AFB10-5905-8713-0914-7F91A2BEF7C9}"/>
                </a:ext>
              </a:extLst>
            </p:cNvPr>
            <p:cNvSpPr txBox="1"/>
            <p:nvPr/>
          </p:nvSpPr>
          <p:spPr>
            <a:xfrm>
              <a:off x="2975940" y="4173450"/>
              <a:ext cx="27443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/>
                <a:t>…</a:t>
              </a:r>
              <a:endParaRPr kumimoji="1" lang="zh-CN" altLang="en-US" sz="1000" dirty="0"/>
            </a:p>
          </p:txBody>
        </p:sp>
      </p:grpSp>
      <p:grpSp>
        <p:nvGrpSpPr>
          <p:cNvPr id="1186" name="组合 1185">
            <a:extLst>
              <a:ext uri="{FF2B5EF4-FFF2-40B4-BE49-F238E27FC236}">
                <a16:creationId xmlns:a16="http://schemas.microsoft.com/office/drawing/2014/main" id="{C6715C50-7E31-46F8-E4CD-C6FCB8C31B29}"/>
              </a:ext>
            </a:extLst>
          </p:cNvPr>
          <p:cNvGrpSpPr/>
          <p:nvPr/>
        </p:nvGrpSpPr>
        <p:grpSpPr>
          <a:xfrm>
            <a:off x="4655822" y="3813730"/>
            <a:ext cx="274434" cy="729500"/>
            <a:chOff x="2975940" y="3819244"/>
            <a:chExt cx="274434" cy="729500"/>
          </a:xfrm>
        </p:grpSpPr>
        <p:pic>
          <p:nvPicPr>
            <p:cNvPr id="1187" name="图形 1186" descr="文档 纯色填充">
              <a:extLst>
                <a:ext uri="{FF2B5EF4-FFF2-40B4-BE49-F238E27FC236}">
                  <a16:creationId xmlns:a16="http://schemas.microsoft.com/office/drawing/2014/main" id="{27073EE3-9CF3-1EC2-44D2-7ED9E163D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3016844" y="3819244"/>
              <a:ext cx="199356" cy="199356"/>
            </a:xfrm>
            <a:prstGeom prst="rect">
              <a:avLst/>
            </a:prstGeom>
          </p:spPr>
        </p:pic>
        <p:pic>
          <p:nvPicPr>
            <p:cNvPr id="1188" name="图形 1187" descr="文档 纯色填充">
              <a:extLst>
                <a:ext uri="{FF2B5EF4-FFF2-40B4-BE49-F238E27FC236}">
                  <a16:creationId xmlns:a16="http://schemas.microsoft.com/office/drawing/2014/main" id="{5D3C6540-DBB4-D4D5-F607-54ED3BAEE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3018161" y="4040666"/>
              <a:ext cx="199356" cy="199356"/>
            </a:xfrm>
            <a:prstGeom prst="rect">
              <a:avLst/>
            </a:prstGeom>
          </p:spPr>
        </p:pic>
        <p:pic>
          <p:nvPicPr>
            <p:cNvPr id="1189" name="图形 1188" descr="文档 纯色填充">
              <a:extLst>
                <a:ext uri="{FF2B5EF4-FFF2-40B4-BE49-F238E27FC236}">
                  <a16:creationId xmlns:a16="http://schemas.microsoft.com/office/drawing/2014/main" id="{949B313F-DD36-91EE-879A-32F52D254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3020354" y="4349388"/>
              <a:ext cx="199356" cy="199356"/>
            </a:xfrm>
            <a:prstGeom prst="rect">
              <a:avLst/>
            </a:prstGeom>
          </p:spPr>
        </p:pic>
        <p:sp>
          <p:nvSpPr>
            <p:cNvPr id="1190" name="文本框 1189">
              <a:extLst>
                <a:ext uri="{FF2B5EF4-FFF2-40B4-BE49-F238E27FC236}">
                  <a16:creationId xmlns:a16="http://schemas.microsoft.com/office/drawing/2014/main" id="{6ABF87A4-3753-45FE-99A9-F972C7F2537C}"/>
                </a:ext>
              </a:extLst>
            </p:cNvPr>
            <p:cNvSpPr txBox="1"/>
            <p:nvPr/>
          </p:nvSpPr>
          <p:spPr>
            <a:xfrm>
              <a:off x="2975940" y="4173450"/>
              <a:ext cx="27443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/>
                <a:t>…</a:t>
              </a:r>
              <a:endParaRPr kumimoji="1" lang="zh-CN" altLang="en-US" sz="1000" dirty="0"/>
            </a:p>
          </p:txBody>
        </p:sp>
      </p:grpSp>
      <p:pic>
        <p:nvPicPr>
          <p:cNvPr id="1193" name="图形 1192" descr="男法官 纯色填充">
            <a:extLst>
              <a:ext uri="{FF2B5EF4-FFF2-40B4-BE49-F238E27FC236}">
                <a16:creationId xmlns:a16="http://schemas.microsoft.com/office/drawing/2014/main" id="{83B86034-447B-5341-8DE6-4D62D83EC9C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883973" y="2370898"/>
            <a:ext cx="270236" cy="270236"/>
          </a:xfrm>
          <a:prstGeom prst="rect">
            <a:avLst/>
          </a:prstGeom>
        </p:spPr>
      </p:pic>
      <p:sp>
        <p:nvSpPr>
          <p:cNvPr id="1195" name="右箭头 1194">
            <a:extLst>
              <a:ext uri="{FF2B5EF4-FFF2-40B4-BE49-F238E27FC236}">
                <a16:creationId xmlns:a16="http://schemas.microsoft.com/office/drawing/2014/main" id="{187779A7-4B34-A644-1717-56E592391306}"/>
              </a:ext>
            </a:extLst>
          </p:cNvPr>
          <p:cNvSpPr/>
          <p:nvPr/>
        </p:nvSpPr>
        <p:spPr>
          <a:xfrm>
            <a:off x="2628387" y="5395193"/>
            <a:ext cx="241299" cy="277961"/>
          </a:xfrm>
          <a:prstGeom prst="rightArrow">
            <a:avLst>
              <a:gd name="adj1" fmla="val 37870"/>
              <a:gd name="adj2" fmla="val 4583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96" name="组合 1195">
            <a:extLst>
              <a:ext uri="{FF2B5EF4-FFF2-40B4-BE49-F238E27FC236}">
                <a16:creationId xmlns:a16="http://schemas.microsoft.com/office/drawing/2014/main" id="{2179F613-5AE9-FB48-6234-B31751E7D3DE}"/>
              </a:ext>
            </a:extLst>
          </p:cNvPr>
          <p:cNvGrpSpPr/>
          <p:nvPr/>
        </p:nvGrpSpPr>
        <p:grpSpPr>
          <a:xfrm>
            <a:off x="5151356" y="3907505"/>
            <a:ext cx="716824" cy="580857"/>
            <a:chOff x="4670339" y="1326284"/>
            <a:chExt cx="716824" cy="580857"/>
          </a:xfrm>
        </p:grpSpPr>
        <p:sp>
          <p:nvSpPr>
            <p:cNvPr id="1197" name="圆角矩形 1196">
              <a:extLst>
                <a:ext uri="{FF2B5EF4-FFF2-40B4-BE49-F238E27FC236}">
                  <a16:creationId xmlns:a16="http://schemas.microsoft.com/office/drawing/2014/main" id="{BFF8AF93-5100-5C3A-C528-0F997DEE1272}"/>
                </a:ext>
              </a:extLst>
            </p:cNvPr>
            <p:cNvSpPr/>
            <p:nvPr/>
          </p:nvSpPr>
          <p:spPr>
            <a:xfrm>
              <a:off x="4762903" y="1326284"/>
              <a:ext cx="530028" cy="559777"/>
            </a:xfrm>
            <a:prstGeom prst="roundRect">
              <a:avLst>
                <a:gd name="adj" fmla="val 7666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8" name="文本框 1197">
              <a:extLst>
                <a:ext uri="{FF2B5EF4-FFF2-40B4-BE49-F238E27FC236}">
                  <a16:creationId xmlns:a16="http://schemas.microsoft.com/office/drawing/2014/main" id="{5E7D9D63-C460-4854-2787-CB7C53937462}"/>
                </a:ext>
              </a:extLst>
            </p:cNvPr>
            <p:cNvSpPr txBox="1"/>
            <p:nvPr/>
          </p:nvSpPr>
          <p:spPr>
            <a:xfrm>
              <a:off x="4670339" y="1491643"/>
              <a:ext cx="71682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00" dirty="0">
                  <a:latin typeface="Calibri" panose="020F0502020204030204" pitchFamily="34" charset="0"/>
                  <a:cs typeface="Calibri" panose="020F0502020204030204" pitchFamily="34" charset="0"/>
                </a:rPr>
                <a:t>Select</a:t>
              </a:r>
            </a:p>
            <a:p>
              <a:pPr algn="ctr"/>
              <a:r>
                <a:rPr kumimoji="1" lang="en-US" altLang="zh-CN" sz="700" dirty="0">
                  <a:latin typeface="Calibri" panose="020F0502020204030204" pitchFamily="34" charset="0"/>
                  <a:cs typeface="Calibri" panose="020F0502020204030204" pitchFamily="34" charset="0"/>
                </a:rPr>
                <a:t>Less</a:t>
              </a:r>
            </a:p>
            <a:p>
              <a:pPr algn="ctr"/>
              <a:r>
                <a:rPr kumimoji="1" lang="en-US" altLang="zh-CN" sz="700" dirty="0">
                  <a:latin typeface="Calibri" panose="020F0502020204030204" pitchFamily="34" charset="0"/>
                  <a:cs typeface="Calibri" panose="020F0502020204030204" pitchFamily="34" charset="0"/>
                </a:rPr>
                <a:t>modifications</a:t>
              </a:r>
              <a:endParaRPr kumimoji="1" lang="zh-CN" altLang="en-US" sz="7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99" name="图形 1198" descr="机器人 纯色填充">
              <a:extLst>
                <a:ext uri="{FF2B5EF4-FFF2-40B4-BE49-F238E27FC236}">
                  <a16:creationId xmlns:a16="http://schemas.microsoft.com/office/drawing/2014/main" id="{BE319322-62A6-F8F7-5057-8E4002FA7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920862" y="1332286"/>
              <a:ext cx="222229" cy="222229"/>
            </a:xfrm>
            <a:prstGeom prst="rect">
              <a:avLst/>
            </a:prstGeom>
          </p:spPr>
        </p:pic>
      </p:grpSp>
      <p:cxnSp>
        <p:nvCxnSpPr>
          <p:cNvPr id="1201" name="肘形连接符 1200">
            <a:extLst>
              <a:ext uri="{FF2B5EF4-FFF2-40B4-BE49-F238E27FC236}">
                <a16:creationId xmlns:a16="http://schemas.microsoft.com/office/drawing/2014/main" id="{18776A23-9F76-1A8A-7F59-09FB249E755B}"/>
              </a:ext>
            </a:extLst>
          </p:cNvPr>
          <p:cNvCxnSpPr>
            <a:cxnSpLocks/>
          </p:cNvCxnSpPr>
          <p:nvPr/>
        </p:nvCxnSpPr>
        <p:spPr>
          <a:xfrm>
            <a:off x="3691869" y="3925322"/>
            <a:ext cx="283870" cy="258315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75000"/>
              </a:schemeClr>
            </a:solidFill>
            <a:headEnd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肘形连接符 1202">
            <a:extLst>
              <a:ext uri="{FF2B5EF4-FFF2-40B4-BE49-F238E27FC236}">
                <a16:creationId xmlns:a16="http://schemas.microsoft.com/office/drawing/2014/main" id="{206416E6-5BC7-CA08-EA5A-25ECBA92055F}"/>
              </a:ext>
            </a:extLst>
          </p:cNvPr>
          <p:cNvCxnSpPr>
            <a:cxnSpLocks/>
            <a:stCxn id="1181" idx="3"/>
          </p:cNvCxnSpPr>
          <p:nvPr/>
        </p:nvCxnSpPr>
        <p:spPr>
          <a:xfrm flipV="1">
            <a:off x="3745437" y="4172419"/>
            <a:ext cx="94787" cy="283047"/>
          </a:xfrm>
          <a:prstGeom prst="bentConnector2">
            <a:avLst/>
          </a:prstGeom>
          <a:ln w="9525">
            <a:solidFill>
              <a:schemeClr val="bg1">
                <a:lumMod val="75000"/>
              </a:schemeClr>
            </a:solidFill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直线箭头连接符 1207">
            <a:extLst>
              <a:ext uri="{FF2B5EF4-FFF2-40B4-BE49-F238E27FC236}">
                <a16:creationId xmlns:a16="http://schemas.microsoft.com/office/drawing/2014/main" id="{DECA5DF4-79F6-7DF2-9B2B-5887E80707B5}"/>
              </a:ext>
            </a:extLst>
          </p:cNvPr>
          <p:cNvCxnSpPr>
            <a:cxnSpLocks/>
          </p:cNvCxnSpPr>
          <p:nvPr/>
        </p:nvCxnSpPr>
        <p:spPr>
          <a:xfrm>
            <a:off x="3698427" y="4184726"/>
            <a:ext cx="253685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肘形连接符 1222">
            <a:extLst>
              <a:ext uri="{FF2B5EF4-FFF2-40B4-BE49-F238E27FC236}">
                <a16:creationId xmlns:a16="http://schemas.microsoft.com/office/drawing/2014/main" id="{4E0FE8B8-35FB-5D1D-3716-62C214CD41FA}"/>
              </a:ext>
            </a:extLst>
          </p:cNvPr>
          <p:cNvCxnSpPr>
            <a:cxnSpLocks/>
            <a:stCxn id="1187" idx="3"/>
          </p:cNvCxnSpPr>
          <p:nvPr/>
        </p:nvCxnSpPr>
        <p:spPr>
          <a:xfrm>
            <a:off x="4896082" y="3913408"/>
            <a:ext cx="374160" cy="25901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肘形连接符 1230">
            <a:extLst>
              <a:ext uri="{FF2B5EF4-FFF2-40B4-BE49-F238E27FC236}">
                <a16:creationId xmlns:a16="http://schemas.microsoft.com/office/drawing/2014/main" id="{2ACF48CC-44AE-509B-2409-5345C774FB9D}"/>
              </a:ext>
            </a:extLst>
          </p:cNvPr>
          <p:cNvCxnSpPr>
            <a:cxnSpLocks/>
            <a:stCxn id="1189" idx="2"/>
            <a:endCxn id="37" idx="2"/>
          </p:cNvCxnSpPr>
          <p:nvPr/>
        </p:nvCxnSpPr>
        <p:spPr>
          <a:xfrm rot="5400000" flipH="1">
            <a:off x="3916906" y="3660222"/>
            <a:ext cx="140888" cy="1625129"/>
          </a:xfrm>
          <a:prstGeom prst="bentConnector3">
            <a:avLst>
              <a:gd name="adj1" fmla="val -15617"/>
            </a:avLst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8" name="文本框 1237">
            <a:extLst>
              <a:ext uri="{FF2B5EF4-FFF2-40B4-BE49-F238E27FC236}">
                <a16:creationId xmlns:a16="http://schemas.microsoft.com/office/drawing/2014/main" id="{6078613C-8ADD-D349-2652-4F9404535C32}"/>
              </a:ext>
            </a:extLst>
          </p:cNvPr>
          <p:cNvSpPr txBox="1"/>
          <p:nvPr/>
        </p:nvSpPr>
        <p:spPr>
          <a:xfrm>
            <a:off x="5915400" y="4219790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Compliance</a:t>
            </a:r>
          </a:p>
          <a:p>
            <a:pPr algn="ctr"/>
            <a:r>
              <a:rPr kumimoji="1" lang="en-US" altLang="zh-CN" sz="800" dirty="0">
                <a:latin typeface="Calibri" panose="020F0502020204030204" pitchFamily="34" charset="0"/>
                <a:cs typeface="Calibri" panose="020F0502020204030204" pitchFamily="34" charset="0"/>
              </a:rPr>
              <a:t>Modifications</a:t>
            </a:r>
            <a:endParaRPr kumimoji="1"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42" name="直线箭头连接符 1241">
            <a:extLst>
              <a:ext uri="{FF2B5EF4-FFF2-40B4-BE49-F238E27FC236}">
                <a16:creationId xmlns:a16="http://schemas.microsoft.com/office/drawing/2014/main" id="{CA217A3D-83BE-E46B-38FE-537D916B2493}"/>
              </a:ext>
            </a:extLst>
          </p:cNvPr>
          <p:cNvCxnSpPr>
            <a:cxnSpLocks/>
          </p:cNvCxnSpPr>
          <p:nvPr/>
        </p:nvCxnSpPr>
        <p:spPr>
          <a:xfrm flipV="1">
            <a:off x="2650232" y="4194922"/>
            <a:ext cx="374138" cy="193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直线箭头连接符 1243">
            <a:extLst>
              <a:ext uri="{FF2B5EF4-FFF2-40B4-BE49-F238E27FC236}">
                <a16:creationId xmlns:a16="http://schemas.microsoft.com/office/drawing/2014/main" id="{8D8EA05A-435F-F2A4-19FD-A99BD915A23D}"/>
              </a:ext>
            </a:extLst>
          </p:cNvPr>
          <p:cNvCxnSpPr>
            <a:cxnSpLocks/>
          </p:cNvCxnSpPr>
          <p:nvPr/>
        </p:nvCxnSpPr>
        <p:spPr>
          <a:xfrm flipV="1">
            <a:off x="3306672" y="4186548"/>
            <a:ext cx="251999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直线箭头连接符 1248">
            <a:extLst>
              <a:ext uri="{FF2B5EF4-FFF2-40B4-BE49-F238E27FC236}">
                <a16:creationId xmlns:a16="http://schemas.microsoft.com/office/drawing/2014/main" id="{409ABB3E-449B-3958-4ABD-23D56053F3B4}"/>
              </a:ext>
            </a:extLst>
          </p:cNvPr>
          <p:cNvCxnSpPr>
            <a:cxnSpLocks/>
          </p:cNvCxnSpPr>
          <p:nvPr/>
        </p:nvCxnSpPr>
        <p:spPr>
          <a:xfrm>
            <a:off x="2525909" y="1712701"/>
            <a:ext cx="159166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直线箭头连接符 1249">
            <a:extLst>
              <a:ext uri="{FF2B5EF4-FFF2-40B4-BE49-F238E27FC236}">
                <a16:creationId xmlns:a16="http://schemas.microsoft.com/office/drawing/2014/main" id="{DC466CF1-CCFF-B19A-C48B-D31562C1184C}"/>
              </a:ext>
            </a:extLst>
          </p:cNvPr>
          <p:cNvCxnSpPr>
            <a:cxnSpLocks/>
          </p:cNvCxnSpPr>
          <p:nvPr/>
        </p:nvCxnSpPr>
        <p:spPr>
          <a:xfrm>
            <a:off x="5226760" y="1805684"/>
            <a:ext cx="159166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54" name="图形 1253" descr="文档 纯色填充">
            <a:extLst>
              <a:ext uri="{FF2B5EF4-FFF2-40B4-BE49-F238E27FC236}">
                <a16:creationId xmlns:a16="http://schemas.microsoft.com/office/drawing/2014/main" id="{7BD0B5B7-277E-CD42-D7CC-0D358E0C55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03316" y="3992146"/>
            <a:ext cx="306628" cy="306628"/>
          </a:xfrm>
          <a:prstGeom prst="rect">
            <a:avLst/>
          </a:prstGeom>
        </p:spPr>
      </p:pic>
      <p:grpSp>
        <p:nvGrpSpPr>
          <p:cNvPr id="1259" name="组合 1258">
            <a:extLst>
              <a:ext uri="{FF2B5EF4-FFF2-40B4-BE49-F238E27FC236}">
                <a16:creationId xmlns:a16="http://schemas.microsoft.com/office/drawing/2014/main" id="{36B09FA7-0BFE-D053-E20F-34EF0F37D1EC}"/>
              </a:ext>
            </a:extLst>
          </p:cNvPr>
          <p:cNvGrpSpPr/>
          <p:nvPr/>
        </p:nvGrpSpPr>
        <p:grpSpPr>
          <a:xfrm>
            <a:off x="1546471" y="3977831"/>
            <a:ext cx="394820" cy="399297"/>
            <a:chOff x="599934" y="4764607"/>
            <a:chExt cx="306628" cy="306628"/>
          </a:xfrm>
        </p:grpSpPr>
        <p:sp>
          <p:nvSpPr>
            <p:cNvPr id="1258" name="圆角矩形 1257">
              <a:extLst>
                <a:ext uri="{FF2B5EF4-FFF2-40B4-BE49-F238E27FC236}">
                  <a16:creationId xmlns:a16="http://schemas.microsoft.com/office/drawing/2014/main" id="{34089C66-2D5F-58F5-540B-8836F6F98948}"/>
                </a:ext>
              </a:extLst>
            </p:cNvPr>
            <p:cNvSpPr/>
            <p:nvPr/>
          </p:nvSpPr>
          <p:spPr>
            <a:xfrm>
              <a:off x="644569" y="4774366"/>
              <a:ext cx="217357" cy="28202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257" name="图形 1256" descr="文档 纯色填充">
              <a:extLst>
                <a:ext uri="{FF2B5EF4-FFF2-40B4-BE49-F238E27FC236}">
                  <a16:creationId xmlns:a16="http://schemas.microsoft.com/office/drawing/2014/main" id="{4CA71597-6DAA-9C9C-9D5F-B5E1E75BE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99934" y="4764607"/>
              <a:ext cx="306628" cy="306628"/>
            </a:xfrm>
            <a:prstGeom prst="rect">
              <a:avLst/>
            </a:prstGeom>
          </p:spPr>
        </p:pic>
      </p:grpSp>
      <p:sp>
        <p:nvSpPr>
          <p:cNvPr id="1261" name="圆角矩形 1260">
            <a:extLst>
              <a:ext uri="{FF2B5EF4-FFF2-40B4-BE49-F238E27FC236}">
                <a16:creationId xmlns:a16="http://schemas.microsoft.com/office/drawing/2014/main" id="{AA5EDC57-7453-ECFD-D436-A0D1AE5CC5AC}"/>
              </a:ext>
            </a:extLst>
          </p:cNvPr>
          <p:cNvSpPr/>
          <p:nvPr/>
        </p:nvSpPr>
        <p:spPr>
          <a:xfrm>
            <a:off x="1673785" y="4057760"/>
            <a:ext cx="279873" cy="3672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62" name="图形 1261" descr="文档 纯色填充">
            <a:extLst>
              <a:ext uri="{FF2B5EF4-FFF2-40B4-BE49-F238E27FC236}">
                <a16:creationId xmlns:a16="http://schemas.microsoft.com/office/drawing/2014/main" id="{20B0E326-73C8-B10A-6AB1-11A61CB4BD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16312" y="4045052"/>
            <a:ext cx="394820" cy="399297"/>
          </a:xfrm>
          <a:prstGeom prst="rect">
            <a:avLst/>
          </a:prstGeom>
        </p:spPr>
      </p:pic>
      <p:grpSp>
        <p:nvGrpSpPr>
          <p:cNvPr id="1263" name="组合 1262">
            <a:extLst>
              <a:ext uri="{FF2B5EF4-FFF2-40B4-BE49-F238E27FC236}">
                <a16:creationId xmlns:a16="http://schemas.microsoft.com/office/drawing/2014/main" id="{5DCFA9B7-7573-BFE6-04CE-FC5C449498CC}"/>
              </a:ext>
            </a:extLst>
          </p:cNvPr>
          <p:cNvGrpSpPr/>
          <p:nvPr/>
        </p:nvGrpSpPr>
        <p:grpSpPr>
          <a:xfrm>
            <a:off x="1690270" y="4097108"/>
            <a:ext cx="394820" cy="399297"/>
            <a:chOff x="599934" y="4764607"/>
            <a:chExt cx="306628" cy="306628"/>
          </a:xfrm>
        </p:grpSpPr>
        <p:sp>
          <p:nvSpPr>
            <p:cNvPr id="1264" name="圆角矩形 1263">
              <a:extLst>
                <a:ext uri="{FF2B5EF4-FFF2-40B4-BE49-F238E27FC236}">
                  <a16:creationId xmlns:a16="http://schemas.microsoft.com/office/drawing/2014/main" id="{F9C30F01-56AD-9FB8-DA83-8559FF9315B2}"/>
                </a:ext>
              </a:extLst>
            </p:cNvPr>
            <p:cNvSpPr/>
            <p:nvPr/>
          </p:nvSpPr>
          <p:spPr>
            <a:xfrm>
              <a:off x="644569" y="4774366"/>
              <a:ext cx="217357" cy="28202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265" name="图形 1264" descr="文档 纯色填充">
              <a:extLst>
                <a:ext uri="{FF2B5EF4-FFF2-40B4-BE49-F238E27FC236}">
                  <a16:creationId xmlns:a16="http://schemas.microsoft.com/office/drawing/2014/main" id="{60168B7C-D045-715E-4841-D1D457A95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99934" y="4764607"/>
              <a:ext cx="306628" cy="306628"/>
            </a:xfrm>
            <a:prstGeom prst="rect">
              <a:avLst/>
            </a:prstGeom>
          </p:spPr>
        </p:pic>
      </p:grpSp>
      <p:grpSp>
        <p:nvGrpSpPr>
          <p:cNvPr id="1266" name="组合 1265">
            <a:extLst>
              <a:ext uri="{FF2B5EF4-FFF2-40B4-BE49-F238E27FC236}">
                <a16:creationId xmlns:a16="http://schemas.microsoft.com/office/drawing/2014/main" id="{13FA2668-1BE8-95DB-DC05-47B08A2E9916}"/>
              </a:ext>
            </a:extLst>
          </p:cNvPr>
          <p:cNvGrpSpPr/>
          <p:nvPr/>
        </p:nvGrpSpPr>
        <p:grpSpPr>
          <a:xfrm>
            <a:off x="1756733" y="4173914"/>
            <a:ext cx="394820" cy="399297"/>
            <a:chOff x="599934" y="4764607"/>
            <a:chExt cx="306628" cy="306628"/>
          </a:xfrm>
        </p:grpSpPr>
        <p:sp>
          <p:nvSpPr>
            <p:cNvPr id="1267" name="圆角矩形 1266">
              <a:extLst>
                <a:ext uri="{FF2B5EF4-FFF2-40B4-BE49-F238E27FC236}">
                  <a16:creationId xmlns:a16="http://schemas.microsoft.com/office/drawing/2014/main" id="{A0E8D237-BA00-70A6-27B8-14E9BD85886F}"/>
                </a:ext>
              </a:extLst>
            </p:cNvPr>
            <p:cNvSpPr/>
            <p:nvPr/>
          </p:nvSpPr>
          <p:spPr>
            <a:xfrm>
              <a:off x="644569" y="4774366"/>
              <a:ext cx="217357" cy="28202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268" name="图形 1267" descr="文档 纯色填充">
              <a:extLst>
                <a:ext uri="{FF2B5EF4-FFF2-40B4-BE49-F238E27FC236}">
                  <a16:creationId xmlns:a16="http://schemas.microsoft.com/office/drawing/2014/main" id="{8073DA94-22CF-9B7F-9CF9-8CE881A21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99934" y="4764607"/>
              <a:ext cx="306628" cy="306628"/>
            </a:xfrm>
            <a:prstGeom prst="rect">
              <a:avLst/>
            </a:prstGeom>
          </p:spPr>
        </p:pic>
      </p:grpSp>
      <p:grpSp>
        <p:nvGrpSpPr>
          <p:cNvPr id="1275" name="组合 1274">
            <a:extLst>
              <a:ext uri="{FF2B5EF4-FFF2-40B4-BE49-F238E27FC236}">
                <a16:creationId xmlns:a16="http://schemas.microsoft.com/office/drawing/2014/main" id="{779025CE-1A73-8621-E270-1374FD3423D7}"/>
              </a:ext>
            </a:extLst>
          </p:cNvPr>
          <p:cNvGrpSpPr/>
          <p:nvPr/>
        </p:nvGrpSpPr>
        <p:grpSpPr>
          <a:xfrm>
            <a:off x="783242" y="3296214"/>
            <a:ext cx="470378" cy="582213"/>
            <a:chOff x="3352103" y="4778814"/>
            <a:chExt cx="470378" cy="582213"/>
          </a:xfrm>
        </p:grpSpPr>
        <p:pic>
          <p:nvPicPr>
            <p:cNvPr id="1270" name="图片 1269">
              <a:extLst>
                <a:ext uri="{FF2B5EF4-FFF2-40B4-BE49-F238E27FC236}">
                  <a16:creationId xmlns:a16="http://schemas.microsoft.com/office/drawing/2014/main" id="{6D0EABEE-E24F-75FD-9A32-8DD5A79F7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3352103" y="4778814"/>
              <a:ext cx="329208" cy="433761"/>
            </a:xfrm>
            <a:prstGeom prst="rect">
              <a:avLst/>
            </a:prstGeom>
          </p:spPr>
        </p:pic>
        <p:pic>
          <p:nvPicPr>
            <p:cNvPr id="1271" name="图片 1270">
              <a:extLst>
                <a:ext uri="{FF2B5EF4-FFF2-40B4-BE49-F238E27FC236}">
                  <a16:creationId xmlns:a16="http://schemas.microsoft.com/office/drawing/2014/main" id="{30F20D0B-F7CD-CA3E-F393-334F3D835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3407485" y="4825021"/>
              <a:ext cx="329208" cy="433761"/>
            </a:xfrm>
            <a:prstGeom prst="rect">
              <a:avLst/>
            </a:prstGeom>
          </p:spPr>
        </p:pic>
        <p:pic>
          <p:nvPicPr>
            <p:cNvPr id="1272" name="图片 1271">
              <a:extLst>
                <a:ext uri="{FF2B5EF4-FFF2-40B4-BE49-F238E27FC236}">
                  <a16:creationId xmlns:a16="http://schemas.microsoft.com/office/drawing/2014/main" id="{AD4014E8-8F6D-ED5B-D8FE-87E1B53F7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3446528" y="4877887"/>
              <a:ext cx="329208" cy="433761"/>
            </a:xfrm>
            <a:prstGeom prst="rect">
              <a:avLst/>
            </a:prstGeom>
          </p:spPr>
        </p:pic>
        <p:pic>
          <p:nvPicPr>
            <p:cNvPr id="1273" name="图片 1272">
              <a:extLst>
                <a:ext uri="{FF2B5EF4-FFF2-40B4-BE49-F238E27FC236}">
                  <a16:creationId xmlns:a16="http://schemas.microsoft.com/office/drawing/2014/main" id="{AEAB860B-5B52-6864-4135-CCF4D36B6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3493273" y="4927266"/>
              <a:ext cx="329208" cy="433761"/>
            </a:xfrm>
            <a:prstGeom prst="rect">
              <a:avLst/>
            </a:prstGeom>
          </p:spPr>
        </p:pic>
      </p:grpSp>
      <p:sp>
        <p:nvSpPr>
          <p:cNvPr id="1276" name="圆角右箭头 1275">
            <a:extLst>
              <a:ext uri="{FF2B5EF4-FFF2-40B4-BE49-F238E27FC236}">
                <a16:creationId xmlns:a16="http://schemas.microsoft.com/office/drawing/2014/main" id="{2BA10B01-0154-B4E0-DE5F-0CDE52B8339D}"/>
              </a:ext>
            </a:extLst>
          </p:cNvPr>
          <p:cNvSpPr/>
          <p:nvPr/>
        </p:nvSpPr>
        <p:spPr>
          <a:xfrm flipV="1">
            <a:off x="1000343" y="3958672"/>
            <a:ext cx="451505" cy="423349"/>
          </a:xfrm>
          <a:prstGeom prst="bentArrow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77" name="圆角矩形 1276">
            <a:extLst>
              <a:ext uri="{FF2B5EF4-FFF2-40B4-BE49-F238E27FC236}">
                <a16:creationId xmlns:a16="http://schemas.microsoft.com/office/drawing/2014/main" id="{B5EF9541-A92A-BC84-8AA8-3FDEBA0F6F60}"/>
              </a:ext>
            </a:extLst>
          </p:cNvPr>
          <p:cNvSpPr/>
          <p:nvPr/>
        </p:nvSpPr>
        <p:spPr>
          <a:xfrm>
            <a:off x="6883911" y="1243200"/>
            <a:ext cx="2063569" cy="69850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-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618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114</Words>
  <Application>Microsoft Macintosh PowerPoint</Application>
  <PresentationFormat>宽屏</PresentationFormat>
  <Paragraphs>74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Cambria Math</vt:lpstr>
      <vt:lpstr>Cavolini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振宇 胡</dc:creator>
  <cp:lastModifiedBy>振宇 胡</cp:lastModifiedBy>
  <cp:revision>5</cp:revision>
  <dcterms:created xsi:type="dcterms:W3CDTF">2026-01-16T03:05:51Z</dcterms:created>
  <dcterms:modified xsi:type="dcterms:W3CDTF">2026-01-16T11:39:51Z</dcterms:modified>
</cp:coreProperties>
</file>